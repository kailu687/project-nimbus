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575493-7115-4DF6-86DE-C0904A5E9608}" v="3" dt="2025-09-24T10:02:10.678"/>
    <p1510:client id="{C6565B29-81B5-B94D-BA51-8FA25FB0E588}" v="40" dt="2025-09-24T07:32:08.630"/>
    <p1510:client id="{EEAC98E4-97E5-488D-BD46-EEF3DD35FC9F}" v="1399" dt="2025-09-23T18:30:28.111"/>
    <p1510:client id="{F85A75EA-A1D4-653D-5ED0-9A696816CEB4}" v="307" dt="2025-09-23T18:23:39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8F5060-19E7-4491-A812-47B43826D35C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DFA309F-30CB-420F-88A0-B35E0661C8A8}">
      <dgm:prSet phldrT="[Text]"/>
      <dgm:spPr/>
      <dgm:t>
        <a:bodyPr/>
        <a:lstStyle/>
        <a:p>
          <a:r>
            <a:rPr lang="en-IN" b="1"/>
            <a:t>Proposed Solution</a:t>
          </a:r>
          <a:endParaRPr lang="en-IN"/>
        </a:p>
      </dgm:t>
    </dgm:pt>
    <dgm:pt modelId="{27940F1F-627A-4364-AC94-9CDA17849047}" type="parTrans" cxnId="{A25D364F-0E15-444B-A380-5B4318A8DA6A}">
      <dgm:prSet/>
      <dgm:spPr/>
      <dgm:t>
        <a:bodyPr/>
        <a:lstStyle/>
        <a:p>
          <a:endParaRPr lang="en-IN"/>
        </a:p>
      </dgm:t>
    </dgm:pt>
    <dgm:pt modelId="{B5FC9104-2936-4B37-9D60-8C25A043AF79}" type="sibTrans" cxnId="{A25D364F-0E15-444B-A380-5B4318A8DA6A}">
      <dgm:prSet/>
      <dgm:spPr/>
      <dgm:t>
        <a:bodyPr/>
        <a:lstStyle/>
        <a:p>
          <a:endParaRPr lang="en-IN"/>
        </a:p>
      </dgm:t>
    </dgm:pt>
    <dgm:pt modelId="{4B6BE3D2-9984-4E1B-B1AC-AE808D7857FA}">
      <dgm:prSet phldrT="[Text]"/>
      <dgm:spPr/>
      <dgm:t>
        <a:bodyPr/>
        <a:lstStyle/>
        <a:p>
          <a:r>
            <a:rPr lang="en-IN"/>
            <a:t> </a:t>
          </a:r>
          <a:r>
            <a:rPr lang="en-IN" i="1"/>
            <a:t>Hybrid VTOL medical drone</a:t>
          </a:r>
          <a:endParaRPr lang="en-IN"/>
        </a:p>
      </dgm:t>
    </dgm:pt>
    <dgm:pt modelId="{8AF140C5-E953-4E88-AC72-19235738A247}" type="parTrans" cxnId="{0E0168E9-49D4-4B3B-BCAF-115B59686998}">
      <dgm:prSet/>
      <dgm:spPr/>
      <dgm:t>
        <a:bodyPr/>
        <a:lstStyle/>
        <a:p>
          <a:endParaRPr lang="en-IN"/>
        </a:p>
      </dgm:t>
    </dgm:pt>
    <dgm:pt modelId="{99C3F717-B2E4-43BB-B99A-7C3BDBFF35B4}" type="sibTrans" cxnId="{0E0168E9-49D4-4B3B-BCAF-115B59686998}">
      <dgm:prSet/>
      <dgm:spPr/>
      <dgm:t>
        <a:bodyPr/>
        <a:lstStyle/>
        <a:p>
          <a:endParaRPr lang="en-IN"/>
        </a:p>
      </dgm:t>
    </dgm:pt>
    <dgm:pt modelId="{83C59F84-0E66-429F-ADED-EFFE9B9513B4}">
      <dgm:prSet phldrT="[Text]"/>
      <dgm:spPr/>
      <dgm:t>
        <a:bodyPr/>
        <a:lstStyle/>
        <a:p>
          <a:r>
            <a:rPr lang="en-US"/>
            <a:t>Solves problem by</a:t>
          </a:r>
          <a:endParaRPr lang="en-IN"/>
        </a:p>
      </dgm:t>
    </dgm:pt>
    <dgm:pt modelId="{145949B3-4562-4A06-B638-C14FAA58BD26}" type="parTrans" cxnId="{E91FF152-EB41-4E60-B30D-4DF3FD045FAB}">
      <dgm:prSet/>
      <dgm:spPr/>
      <dgm:t>
        <a:bodyPr/>
        <a:lstStyle/>
        <a:p>
          <a:endParaRPr lang="en-IN"/>
        </a:p>
      </dgm:t>
    </dgm:pt>
    <dgm:pt modelId="{3C1A4A23-87F4-4707-8316-BE85082DDCB0}" type="sibTrans" cxnId="{E91FF152-EB41-4E60-B30D-4DF3FD045FAB}">
      <dgm:prSet/>
      <dgm:spPr/>
      <dgm:t>
        <a:bodyPr/>
        <a:lstStyle/>
        <a:p>
          <a:endParaRPr lang="en-IN"/>
        </a:p>
      </dgm:t>
    </dgm:pt>
    <dgm:pt modelId="{4C7D88A8-A43D-45B3-A18E-6EC3AD78B8CD}">
      <dgm:prSet phldrT="[Text]" phldr="0"/>
      <dgm:spPr/>
      <dgm:t>
        <a:bodyPr/>
        <a:lstStyle/>
        <a:p>
          <a:pPr rtl="0"/>
          <a:r>
            <a:rPr lang="en-IN">
              <a:latin typeface="Calibri"/>
            </a:rPr>
            <a:t>Works in remote areas with little or no access to Wi-Fi by using LTE IP</a:t>
          </a:r>
          <a:endParaRPr lang="en-IN"/>
        </a:p>
      </dgm:t>
    </dgm:pt>
    <dgm:pt modelId="{C70249C7-FCAF-4C0A-8D38-891F9EF46656}" type="parTrans" cxnId="{D507B1D7-A4C7-4492-9A7A-14A49B0B7D60}">
      <dgm:prSet/>
      <dgm:spPr/>
      <dgm:t>
        <a:bodyPr/>
        <a:lstStyle/>
        <a:p>
          <a:endParaRPr lang="en-IN"/>
        </a:p>
      </dgm:t>
    </dgm:pt>
    <dgm:pt modelId="{99AE73FB-76C8-42BE-83B0-16DE21234EF4}" type="sibTrans" cxnId="{D507B1D7-A4C7-4492-9A7A-14A49B0B7D60}">
      <dgm:prSet/>
      <dgm:spPr/>
      <dgm:t>
        <a:bodyPr/>
        <a:lstStyle/>
        <a:p>
          <a:endParaRPr lang="en-IN"/>
        </a:p>
      </dgm:t>
    </dgm:pt>
    <dgm:pt modelId="{93E0F7D7-688B-48AC-BF36-812744E4A2E6}">
      <dgm:prSet phldrT="[Text]" phldr="0"/>
      <dgm:spPr/>
      <dgm:t>
        <a:bodyPr/>
        <a:lstStyle/>
        <a:p>
          <a:pPr rtl="0"/>
          <a:r>
            <a:rPr lang="en-IN">
              <a:latin typeface="Calibri"/>
            </a:rPr>
            <a:t>Can take-off in tight spaces and fly long range distances </a:t>
          </a:r>
        </a:p>
      </dgm:t>
    </dgm:pt>
    <dgm:pt modelId="{A2F3075D-F4AC-4CD0-A3D6-E6E517A47914}" type="parTrans" cxnId="{66BA9149-BB5E-49F9-9BF5-F8798A50857C}">
      <dgm:prSet/>
      <dgm:spPr/>
      <dgm:t>
        <a:bodyPr/>
        <a:lstStyle/>
        <a:p>
          <a:endParaRPr lang="en-IN"/>
        </a:p>
      </dgm:t>
    </dgm:pt>
    <dgm:pt modelId="{69B31B13-9581-4B64-AD5A-C98C4F589D17}" type="sibTrans" cxnId="{66BA9149-BB5E-49F9-9BF5-F8798A50857C}">
      <dgm:prSet/>
      <dgm:spPr/>
      <dgm:t>
        <a:bodyPr/>
        <a:lstStyle/>
        <a:p>
          <a:endParaRPr lang="en-IN"/>
        </a:p>
      </dgm:t>
    </dgm:pt>
    <dgm:pt modelId="{D27F3AC4-259D-4FB7-89B8-FBA03A2E0556}">
      <dgm:prSet phldrT="[Text]"/>
      <dgm:spPr/>
      <dgm:t>
        <a:bodyPr/>
        <a:lstStyle/>
        <a:p>
          <a:r>
            <a:rPr lang="en-US"/>
            <a:t>Innovation &amp; </a:t>
          </a:r>
          <a:r>
            <a:rPr lang="en-US">
              <a:latin typeface="Calibri"/>
            </a:rPr>
            <a:t>Uniqueness</a:t>
          </a:r>
          <a:endParaRPr lang="en-IN"/>
        </a:p>
      </dgm:t>
    </dgm:pt>
    <dgm:pt modelId="{B9826332-C67F-4682-8D3F-1672019C30B8}" type="parTrans" cxnId="{57827138-C9E1-4509-AB97-EB3D6FE4E828}">
      <dgm:prSet/>
      <dgm:spPr/>
      <dgm:t>
        <a:bodyPr/>
        <a:lstStyle/>
        <a:p>
          <a:endParaRPr lang="en-IN"/>
        </a:p>
      </dgm:t>
    </dgm:pt>
    <dgm:pt modelId="{1F650F48-0BD3-4BF7-8E96-9AC2814EE6F9}" type="sibTrans" cxnId="{57827138-C9E1-4509-AB97-EB3D6FE4E828}">
      <dgm:prSet/>
      <dgm:spPr/>
      <dgm:t>
        <a:bodyPr/>
        <a:lstStyle/>
        <a:p>
          <a:endParaRPr lang="en-IN"/>
        </a:p>
      </dgm:t>
    </dgm:pt>
    <dgm:pt modelId="{86940FEF-7AC1-4FA9-857C-8653FC250CDC}">
      <dgm:prSet phldrT="[Text]" phldr="0"/>
      <dgm:spPr/>
      <dgm:t>
        <a:bodyPr/>
        <a:lstStyle/>
        <a:p>
          <a:pPr rtl="0"/>
          <a:r>
            <a:rPr lang="en-IN">
              <a:latin typeface="Calibri"/>
            </a:rPr>
            <a:t>Modular Payload Bay</a:t>
          </a:r>
          <a:endParaRPr lang="en-IN"/>
        </a:p>
      </dgm:t>
    </dgm:pt>
    <dgm:pt modelId="{3D47ABCF-2E8C-4209-B105-3D6CA56575E1}" type="parTrans" cxnId="{247BD94F-2100-4B41-BDD8-734CBEB86D6F}">
      <dgm:prSet/>
      <dgm:spPr/>
      <dgm:t>
        <a:bodyPr/>
        <a:lstStyle/>
        <a:p>
          <a:endParaRPr lang="en-IN"/>
        </a:p>
      </dgm:t>
    </dgm:pt>
    <dgm:pt modelId="{878363BC-C11F-4BE1-A065-BEF1BB4C0720}" type="sibTrans" cxnId="{247BD94F-2100-4B41-BDD8-734CBEB86D6F}">
      <dgm:prSet/>
      <dgm:spPr/>
      <dgm:t>
        <a:bodyPr/>
        <a:lstStyle/>
        <a:p>
          <a:endParaRPr lang="en-IN"/>
        </a:p>
      </dgm:t>
    </dgm:pt>
    <dgm:pt modelId="{E1A23414-9183-4E69-AE77-F585054CC02C}">
      <dgm:prSet phldrT="[Text]" phldr="0"/>
      <dgm:spPr/>
      <dgm:t>
        <a:bodyPr/>
        <a:lstStyle/>
        <a:p>
          <a:pPr rtl="0"/>
          <a:r>
            <a:rPr lang="en-US" sz="1800"/>
            <a:t>Self-built avionics (Pixhawk-class)</a:t>
          </a:r>
          <a:endParaRPr lang="en-IN" sz="1800"/>
        </a:p>
      </dgm:t>
    </dgm:pt>
    <dgm:pt modelId="{04A2D2A7-03BF-4735-B896-14E30B03B802}" type="parTrans" cxnId="{B7DDBD21-E5E4-42E8-A4A8-C628DB22441A}">
      <dgm:prSet/>
      <dgm:spPr/>
      <dgm:t>
        <a:bodyPr/>
        <a:lstStyle/>
        <a:p>
          <a:endParaRPr lang="en-IN"/>
        </a:p>
      </dgm:t>
    </dgm:pt>
    <dgm:pt modelId="{0311C5F2-2F36-43F1-B6F4-1F842B4EA406}" type="sibTrans" cxnId="{B7DDBD21-E5E4-42E8-A4A8-C628DB22441A}">
      <dgm:prSet/>
      <dgm:spPr/>
      <dgm:t>
        <a:bodyPr/>
        <a:lstStyle/>
        <a:p>
          <a:endParaRPr lang="en-IN"/>
        </a:p>
      </dgm:t>
    </dgm:pt>
    <dgm:pt modelId="{14E44471-39F7-4692-B408-F28F75A0EB62}">
      <dgm:prSet phldrT="[Text]"/>
      <dgm:spPr/>
      <dgm:t>
        <a:bodyPr/>
        <a:lstStyle/>
        <a:p>
          <a:r>
            <a:rPr lang="en-IN"/>
            <a:t>Vertical take-off + plane-like speed</a:t>
          </a:r>
        </a:p>
      </dgm:t>
    </dgm:pt>
    <dgm:pt modelId="{99BE88B6-B0D4-448F-9F52-1A7431F5BB6D}" type="parTrans" cxnId="{C9CE5EFC-8FC9-4456-9DEC-5225D7DF63D6}">
      <dgm:prSet/>
      <dgm:spPr/>
      <dgm:t>
        <a:bodyPr/>
        <a:lstStyle/>
        <a:p>
          <a:endParaRPr lang="en-IN"/>
        </a:p>
      </dgm:t>
    </dgm:pt>
    <dgm:pt modelId="{A38EBC84-444C-4829-9703-8284FA1FE7AB}" type="sibTrans" cxnId="{C9CE5EFC-8FC9-4456-9DEC-5225D7DF63D6}">
      <dgm:prSet/>
      <dgm:spPr/>
      <dgm:t>
        <a:bodyPr/>
        <a:lstStyle/>
        <a:p>
          <a:endParaRPr lang="en-IN"/>
        </a:p>
      </dgm:t>
    </dgm:pt>
    <dgm:pt modelId="{40287011-0C72-4A00-B433-45803B2CD301}">
      <dgm:prSet phldrT="[Text]"/>
      <dgm:spPr/>
      <dgm:t>
        <a:bodyPr/>
        <a:lstStyle/>
        <a:p>
          <a:r>
            <a:rPr lang="en-IN"/>
            <a:t>AI navigation &amp; obstacle avoidance</a:t>
          </a:r>
        </a:p>
      </dgm:t>
    </dgm:pt>
    <dgm:pt modelId="{F924190F-90CC-40C1-ACB8-D299E412C205}" type="parTrans" cxnId="{58EA5F5E-CE2E-4DC2-BB23-05F97B563BB8}">
      <dgm:prSet/>
      <dgm:spPr/>
      <dgm:t>
        <a:bodyPr/>
        <a:lstStyle/>
        <a:p>
          <a:endParaRPr lang="en-IN"/>
        </a:p>
      </dgm:t>
    </dgm:pt>
    <dgm:pt modelId="{B6608FD4-1915-40ED-8CEE-6BB0D2D462BA}" type="sibTrans" cxnId="{58EA5F5E-CE2E-4DC2-BB23-05F97B563BB8}">
      <dgm:prSet/>
      <dgm:spPr/>
      <dgm:t>
        <a:bodyPr/>
        <a:lstStyle/>
        <a:p>
          <a:endParaRPr lang="en-IN"/>
        </a:p>
      </dgm:t>
    </dgm:pt>
    <dgm:pt modelId="{FB0E143A-72C1-4009-9A02-850A6210EFEB}" type="pres">
      <dgm:prSet presAssocID="{BF8F5060-19E7-4491-A812-47B43826D35C}" presName="linearFlow" presStyleCnt="0">
        <dgm:presLayoutVars>
          <dgm:dir/>
          <dgm:animLvl val="lvl"/>
          <dgm:resizeHandles val="exact"/>
        </dgm:presLayoutVars>
      </dgm:prSet>
      <dgm:spPr/>
    </dgm:pt>
    <dgm:pt modelId="{EA433A34-7736-43BD-9F31-82C084BF0A3E}" type="pres">
      <dgm:prSet presAssocID="{DDFA309F-30CB-420F-88A0-B35E0661C8A8}" presName="composite" presStyleCnt="0"/>
      <dgm:spPr/>
    </dgm:pt>
    <dgm:pt modelId="{CD31C99A-9289-4F56-8C55-A09D7058C9F9}" type="pres">
      <dgm:prSet presAssocID="{DDFA309F-30CB-420F-88A0-B35E0661C8A8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9D8F0CB8-78EB-4357-B27C-CCEFC066AE39}" type="pres">
      <dgm:prSet presAssocID="{DDFA309F-30CB-420F-88A0-B35E0661C8A8}" presName="descendantText" presStyleLbl="alignAcc1" presStyleIdx="0" presStyleCnt="3">
        <dgm:presLayoutVars>
          <dgm:bulletEnabled val="1"/>
        </dgm:presLayoutVars>
      </dgm:prSet>
      <dgm:spPr/>
    </dgm:pt>
    <dgm:pt modelId="{BA8F88D7-9CF7-4E21-982C-90515C3E14CA}" type="pres">
      <dgm:prSet presAssocID="{B5FC9104-2936-4B37-9D60-8C25A043AF79}" presName="sp" presStyleCnt="0"/>
      <dgm:spPr/>
    </dgm:pt>
    <dgm:pt modelId="{9C18514A-5C5C-4F57-B0D8-2CF32B44235F}" type="pres">
      <dgm:prSet presAssocID="{83C59F84-0E66-429F-ADED-EFFE9B9513B4}" presName="composite" presStyleCnt="0"/>
      <dgm:spPr/>
    </dgm:pt>
    <dgm:pt modelId="{A4DED0F0-0A4A-47F1-B57D-85F279B19263}" type="pres">
      <dgm:prSet presAssocID="{83C59F84-0E66-429F-ADED-EFFE9B9513B4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3409010D-3013-4B8B-ABCF-CE344B8F8818}" type="pres">
      <dgm:prSet presAssocID="{83C59F84-0E66-429F-ADED-EFFE9B9513B4}" presName="descendantText" presStyleLbl="alignAcc1" presStyleIdx="1" presStyleCnt="3">
        <dgm:presLayoutVars>
          <dgm:bulletEnabled val="1"/>
        </dgm:presLayoutVars>
      </dgm:prSet>
      <dgm:spPr/>
    </dgm:pt>
    <dgm:pt modelId="{1C36BC01-3D6B-4A25-A78C-236D84D54948}" type="pres">
      <dgm:prSet presAssocID="{3C1A4A23-87F4-4707-8316-BE85082DDCB0}" presName="sp" presStyleCnt="0"/>
      <dgm:spPr/>
    </dgm:pt>
    <dgm:pt modelId="{73EF4533-BA3C-4B2D-8F58-9CBB1EDFCB01}" type="pres">
      <dgm:prSet presAssocID="{D27F3AC4-259D-4FB7-89B8-FBA03A2E0556}" presName="composite" presStyleCnt="0"/>
      <dgm:spPr/>
    </dgm:pt>
    <dgm:pt modelId="{CAEB7B2C-DAAD-4904-9AFB-1483525BFF39}" type="pres">
      <dgm:prSet presAssocID="{D27F3AC4-259D-4FB7-89B8-FBA03A2E0556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A6F159B3-213C-491C-8ACA-BA3FFCB7BC51}" type="pres">
      <dgm:prSet presAssocID="{D27F3AC4-259D-4FB7-89B8-FBA03A2E0556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4F92FC05-2A1F-49DC-B818-550F16CEE258}" type="presOf" srcId="{4B6BE3D2-9984-4E1B-B1AC-AE808D7857FA}" destId="{9D8F0CB8-78EB-4357-B27C-CCEFC066AE39}" srcOrd="0" destOrd="0" presId="urn:microsoft.com/office/officeart/2005/8/layout/chevron2"/>
    <dgm:cxn modelId="{677A1B1D-4B1E-4A2B-93CB-59D6A2A61B8B}" type="presOf" srcId="{86940FEF-7AC1-4FA9-857C-8653FC250CDC}" destId="{A6F159B3-213C-491C-8ACA-BA3FFCB7BC51}" srcOrd="0" destOrd="0" presId="urn:microsoft.com/office/officeart/2005/8/layout/chevron2"/>
    <dgm:cxn modelId="{B7DDBD21-E5E4-42E8-A4A8-C628DB22441A}" srcId="{D27F3AC4-259D-4FB7-89B8-FBA03A2E0556}" destId="{E1A23414-9183-4E69-AE77-F585054CC02C}" srcOrd="1" destOrd="0" parTransId="{04A2D2A7-03BF-4735-B896-14E30B03B802}" sibTransId="{0311C5F2-2F36-43F1-B6F4-1F842B4EA406}"/>
    <dgm:cxn modelId="{57827138-C9E1-4509-AB97-EB3D6FE4E828}" srcId="{BF8F5060-19E7-4491-A812-47B43826D35C}" destId="{D27F3AC4-259D-4FB7-89B8-FBA03A2E0556}" srcOrd="2" destOrd="0" parTransId="{B9826332-C67F-4682-8D3F-1672019C30B8}" sibTransId="{1F650F48-0BD3-4BF7-8E96-9AC2814EE6F9}"/>
    <dgm:cxn modelId="{58EA5F5E-CE2E-4DC2-BB23-05F97B563BB8}" srcId="{DDFA309F-30CB-420F-88A0-B35E0661C8A8}" destId="{40287011-0C72-4A00-B433-45803B2CD301}" srcOrd="2" destOrd="0" parTransId="{F924190F-90CC-40C1-ACB8-D299E412C205}" sibTransId="{B6608FD4-1915-40ED-8CEE-6BB0D2D462BA}"/>
    <dgm:cxn modelId="{E5B35A5E-B9E8-4886-8FCB-89234BE74550}" type="presOf" srcId="{93E0F7D7-688B-48AC-BF36-812744E4A2E6}" destId="{3409010D-3013-4B8B-ABCF-CE344B8F8818}" srcOrd="0" destOrd="1" presId="urn:microsoft.com/office/officeart/2005/8/layout/chevron2"/>
    <dgm:cxn modelId="{582CC844-E59F-43B1-8E7D-4E5DA5F0724B}" type="presOf" srcId="{4C7D88A8-A43D-45B3-A18E-6EC3AD78B8CD}" destId="{3409010D-3013-4B8B-ABCF-CE344B8F8818}" srcOrd="0" destOrd="0" presId="urn:microsoft.com/office/officeart/2005/8/layout/chevron2"/>
    <dgm:cxn modelId="{66BA9149-BB5E-49F9-9BF5-F8798A50857C}" srcId="{83C59F84-0E66-429F-ADED-EFFE9B9513B4}" destId="{93E0F7D7-688B-48AC-BF36-812744E4A2E6}" srcOrd="1" destOrd="0" parTransId="{A2F3075D-F4AC-4CD0-A3D6-E6E517A47914}" sibTransId="{69B31B13-9581-4B64-AD5A-C98C4F589D17}"/>
    <dgm:cxn modelId="{A25D364F-0E15-444B-A380-5B4318A8DA6A}" srcId="{BF8F5060-19E7-4491-A812-47B43826D35C}" destId="{DDFA309F-30CB-420F-88A0-B35E0661C8A8}" srcOrd="0" destOrd="0" parTransId="{27940F1F-627A-4364-AC94-9CDA17849047}" sibTransId="{B5FC9104-2936-4B37-9D60-8C25A043AF79}"/>
    <dgm:cxn modelId="{247BD94F-2100-4B41-BDD8-734CBEB86D6F}" srcId="{D27F3AC4-259D-4FB7-89B8-FBA03A2E0556}" destId="{86940FEF-7AC1-4FA9-857C-8653FC250CDC}" srcOrd="0" destOrd="0" parTransId="{3D47ABCF-2E8C-4209-B105-3D6CA56575E1}" sibTransId="{878363BC-C11F-4BE1-A065-BEF1BB4C0720}"/>
    <dgm:cxn modelId="{E91FF152-EB41-4E60-B30D-4DF3FD045FAB}" srcId="{BF8F5060-19E7-4491-A812-47B43826D35C}" destId="{83C59F84-0E66-429F-ADED-EFFE9B9513B4}" srcOrd="1" destOrd="0" parTransId="{145949B3-4562-4A06-B638-C14FAA58BD26}" sibTransId="{3C1A4A23-87F4-4707-8316-BE85082DDCB0}"/>
    <dgm:cxn modelId="{217E4A80-32DD-495F-ADA7-2FCEB7288EC6}" type="presOf" srcId="{D27F3AC4-259D-4FB7-89B8-FBA03A2E0556}" destId="{CAEB7B2C-DAAD-4904-9AFB-1483525BFF39}" srcOrd="0" destOrd="0" presId="urn:microsoft.com/office/officeart/2005/8/layout/chevron2"/>
    <dgm:cxn modelId="{4A6A8A8D-9B5D-47B5-9CCC-2E1DFE127147}" type="presOf" srcId="{40287011-0C72-4A00-B433-45803B2CD301}" destId="{9D8F0CB8-78EB-4357-B27C-CCEFC066AE39}" srcOrd="0" destOrd="2" presId="urn:microsoft.com/office/officeart/2005/8/layout/chevron2"/>
    <dgm:cxn modelId="{0BF5DAA2-AB6F-43AC-BEE3-F45FD4D93EBA}" type="presOf" srcId="{DDFA309F-30CB-420F-88A0-B35E0661C8A8}" destId="{CD31C99A-9289-4F56-8C55-A09D7058C9F9}" srcOrd="0" destOrd="0" presId="urn:microsoft.com/office/officeart/2005/8/layout/chevron2"/>
    <dgm:cxn modelId="{2DE09DB8-ACEA-4DFE-87CA-AF64F54DC0AA}" type="presOf" srcId="{83C59F84-0E66-429F-ADED-EFFE9B9513B4}" destId="{A4DED0F0-0A4A-47F1-B57D-85F279B19263}" srcOrd="0" destOrd="0" presId="urn:microsoft.com/office/officeart/2005/8/layout/chevron2"/>
    <dgm:cxn modelId="{B86E5EC1-C9A0-46F9-AD31-3604DD3DBFB6}" type="presOf" srcId="{BF8F5060-19E7-4491-A812-47B43826D35C}" destId="{FB0E143A-72C1-4009-9A02-850A6210EFEB}" srcOrd="0" destOrd="0" presId="urn:microsoft.com/office/officeart/2005/8/layout/chevron2"/>
    <dgm:cxn modelId="{46D47CCD-AADA-4D5D-B61C-D94309C84B87}" type="presOf" srcId="{14E44471-39F7-4692-B408-F28F75A0EB62}" destId="{9D8F0CB8-78EB-4357-B27C-CCEFC066AE39}" srcOrd="0" destOrd="1" presId="urn:microsoft.com/office/officeart/2005/8/layout/chevron2"/>
    <dgm:cxn modelId="{D507B1D7-A4C7-4492-9A7A-14A49B0B7D60}" srcId="{83C59F84-0E66-429F-ADED-EFFE9B9513B4}" destId="{4C7D88A8-A43D-45B3-A18E-6EC3AD78B8CD}" srcOrd="0" destOrd="0" parTransId="{C70249C7-FCAF-4C0A-8D38-891F9EF46656}" sibTransId="{99AE73FB-76C8-42BE-83B0-16DE21234EF4}"/>
    <dgm:cxn modelId="{A36726DA-5689-415E-A0D8-E6B3510D9870}" type="presOf" srcId="{E1A23414-9183-4E69-AE77-F585054CC02C}" destId="{A6F159B3-213C-491C-8ACA-BA3FFCB7BC51}" srcOrd="0" destOrd="1" presId="urn:microsoft.com/office/officeart/2005/8/layout/chevron2"/>
    <dgm:cxn modelId="{0E0168E9-49D4-4B3B-BCAF-115B59686998}" srcId="{DDFA309F-30CB-420F-88A0-B35E0661C8A8}" destId="{4B6BE3D2-9984-4E1B-B1AC-AE808D7857FA}" srcOrd="0" destOrd="0" parTransId="{8AF140C5-E953-4E88-AC72-19235738A247}" sibTransId="{99C3F717-B2E4-43BB-B99A-7C3BDBFF35B4}"/>
    <dgm:cxn modelId="{C9CE5EFC-8FC9-4456-9DEC-5225D7DF63D6}" srcId="{DDFA309F-30CB-420F-88A0-B35E0661C8A8}" destId="{14E44471-39F7-4692-B408-F28F75A0EB62}" srcOrd="1" destOrd="0" parTransId="{99BE88B6-B0D4-448F-9F52-1A7431F5BB6D}" sibTransId="{A38EBC84-444C-4829-9703-8284FA1FE7AB}"/>
    <dgm:cxn modelId="{DD40EE8F-2ED0-4223-9B4F-ED57C0C0A104}" type="presParOf" srcId="{FB0E143A-72C1-4009-9A02-850A6210EFEB}" destId="{EA433A34-7736-43BD-9F31-82C084BF0A3E}" srcOrd="0" destOrd="0" presId="urn:microsoft.com/office/officeart/2005/8/layout/chevron2"/>
    <dgm:cxn modelId="{65864161-749C-45C6-8AA3-96F363E673AA}" type="presParOf" srcId="{EA433A34-7736-43BD-9F31-82C084BF0A3E}" destId="{CD31C99A-9289-4F56-8C55-A09D7058C9F9}" srcOrd="0" destOrd="0" presId="urn:microsoft.com/office/officeart/2005/8/layout/chevron2"/>
    <dgm:cxn modelId="{872470F9-0E2C-4914-93D7-9038671430C3}" type="presParOf" srcId="{EA433A34-7736-43BD-9F31-82C084BF0A3E}" destId="{9D8F0CB8-78EB-4357-B27C-CCEFC066AE39}" srcOrd="1" destOrd="0" presId="urn:microsoft.com/office/officeart/2005/8/layout/chevron2"/>
    <dgm:cxn modelId="{114D9B9B-ACF2-47B4-AE72-8EBB265BA05D}" type="presParOf" srcId="{FB0E143A-72C1-4009-9A02-850A6210EFEB}" destId="{BA8F88D7-9CF7-4E21-982C-90515C3E14CA}" srcOrd="1" destOrd="0" presId="urn:microsoft.com/office/officeart/2005/8/layout/chevron2"/>
    <dgm:cxn modelId="{5D67B09B-42E2-423F-A6FB-CF48BBA103E7}" type="presParOf" srcId="{FB0E143A-72C1-4009-9A02-850A6210EFEB}" destId="{9C18514A-5C5C-4F57-B0D8-2CF32B44235F}" srcOrd="2" destOrd="0" presId="urn:microsoft.com/office/officeart/2005/8/layout/chevron2"/>
    <dgm:cxn modelId="{7E6842B4-3DD0-4979-A96A-E0A3CDD2623D}" type="presParOf" srcId="{9C18514A-5C5C-4F57-B0D8-2CF32B44235F}" destId="{A4DED0F0-0A4A-47F1-B57D-85F279B19263}" srcOrd="0" destOrd="0" presId="urn:microsoft.com/office/officeart/2005/8/layout/chevron2"/>
    <dgm:cxn modelId="{C5B5102F-8380-46A9-8CDF-EDE262B6BDF0}" type="presParOf" srcId="{9C18514A-5C5C-4F57-B0D8-2CF32B44235F}" destId="{3409010D-3013-4B8B-ABCF-CE344B8F8818}" srcOrd="1" destOrd="0" presId="urn:microsoft.com/office/officeart/2005/8/layout/chevron2"/>
    <dgm:cxn modelId="{531D35C4-78B1-4485-8254-E61581813BA8}" type="presParOf" srcId="{FB0E143A-72C1-4009-9A02-850A6210EFEB}" destId="{1C36BC01-3D6B-4A25-A78C-236D84D54948}" srcOrd="3" destOrd="0" presId="urn:microsoft.com/office/officeart/2005/8/layout/chevron2"/>
    <dgm:cxn modelId="{F9B5840F-CF08-4F6F-815C-96D1AA939121}" type="presParOf" srcId="{FB0E143A-72C1-4009-9A02-850A6210EFEB}" destId="{73EF4533-BA3C-4B2D-8F58-9CBB1EDFCB01}" srcOrd="4" destOrd="0" presId="urn:microsoft.com/office/officeart/2005/8/layout/chevron2"/>
    <dgm:cxn modelId="{BFEC822C-058E-4B01-9E0C-280AFE33962E}" type="presParOf" srcId="{73EF4533-BA3C-4B2D-8F58-9CBB1EDFCB01}" destId="{CAEB7B2C-DAAD-4904-9AFB-1483525BFF39}" srcOrd="0" destOrd="0" presId="urn:microsoft.com/office/officeart/2005/8/layout/chevron2"/>
    <dgm:cxn modelId="{07643C96-6755-46B9-972E-5C372C9B847E}" type="presParOf" srcId="{73EF4533-BA3C-4B2D-8F58-9CBB1EDFCB01}" destId="{A6F159B3-213C-491C-8ACA-BA3FFCB7BC5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F1208C-7FFA-4707-B632-812EE492EDA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806E9B3-2AE8-4C41-9280-9253ACE5A1D0}">
      <dgm:prSet/>
      <dgm:spPr/>
      <dgm:t>
        <a:bodyPr/>
        <a:lstStyle/>
        <a:p>
          <a:r>
            <a:rPr lang="en-IN" b="1"/>
            <a:t>Weather Constraints</a:t>
          </a:r>
          <a:r>
            <a:rPr lang="en-IN"/>
            <a:t> → Strong winds/rain may affect operations.</a:t>
          </a:r>
        </a:p>
      </dgm:t>
    </dgm:pt>
    <dgm:pt modelId="{0F623907-C8BE-4C08-AA1B-083329CF3135}" type="parTrans" cxnId="{9EE22092-400D-4325-9C22-D3D7714E995C}">
      <dgm:prSet/>
      <dgm:spPr/>
      <dgm:t>
        <a:bodyPr/>
        <a:lstStyle/>
        <a:p>
          <a:endParaRPr lang="en-IN"/>
        </a:p>
      </dgm:t>
    </dgm:pt>
    <dgm:pt modelId="{38FCA247-DA13-4CE0-806D-44DEEF96D73B}" type="sibTrans" cxnId="{9EE22092-400D-4325-9C22-D3D7714E995C}">
      <dgm:prSet/>
      <dgm:spPr/>
      <dgm:t>
        <a:bodyPr/>
        <a:lstStyle/>
        <a:p>
          <a:endParaRPr lang="en-IN"/>
        </a:p>
      </dgm:t>
    </dgm:pt>
    <dgm:pt modelId="{EE062908-F927-47FD-A6BE-B84356D00057}">
      <dgm:prSet/>
      <dgm:spPr/>
      <dgm:t>
        <a:bodyPr/>
        <a:lstStyle/>
        <a:p>
          <a:r>
            <a:rPr lang="en-IN" b="1"/>
            <a:t>Payload Constraints</a:t>
          </a:r>
          <a:r>
            <a:rPr lang="en-IN"/>
            <a:t> → Weight and secure handling of medical kits.</a:t>
          </a:r>
        </a:p>
      </dgm:t>
    </dgm:pt>
    <dgm:pt modelId="{6A9B3EE4-58CC-4C47-9B02-D72146C9C0A1}" type="parTrans" cxnId="{301EFE0D-7214-48C5-AA87-582C56C95DDC}">
      <dgm:prSet/>
      <dgm:spPr/>
      <dgm:t>
        <a:bodyPr/>
        <a:lstStyle/>
        <a:p>
          <a:endParaRPr lang="en-IN"/>
        </a:p>
      </dgm:t>
    </dgm:pt>
    <dgm:pt modelId="{4E15E4F3-6CC7-4812-966D-ACC0953DC557}" type="sibTrans" cxnId="{301EFE0D-7214-48C5-AA87-582C56C95DDC}">
      <dgm:prSet/>
      <dgm:spPr/>
      <dgm:t>
        <a:bodyPr/>
        <a:lstStyle/>
        <a:p>
          <a:endParaRPr lang="en-IN"/>
        </a:p>
      </dgm:t>
    </dgm:pt>
    <dgm:pt modelId="{6999C8AD-AAA0-44FB-AFB8-63C7A44E1937}">
      <dgm:prSet/>
      <dgm:spPr/>
      <dgm:t>
        <a:bodyPr/>
        <a:lstStyle/>
        <a:p>
          <a:r>
            <a:rPr lang="en-IN" b="1"/>
            <a:t>Navigation Risks</a:t>
          </a:r>
          <a:r>
            <a:rPr lang="en-IN"/>
            <a:t> → GPS jamming, obstacle-dense areas.</a:t>
          </a:r>
        </a:p>
      </dgm:t>
    </dgm:pt>
    <dgm:pt modelId="{A8BAD93D-BAD7-49CA-9D82-12BA40575E84}" type="sibTrans" cxnId="{891F6A5E-1958-4BFB-AB66-90BAED781E20}">
      <dgm:prSet/>
      <dgm:spPr/>
      <dgm:t>
        <a:bodyPr/>
        <a:lstStyle/>
        <a:p>
          <a:endParaRPr lang="en-IN"/>
        </a:p>
      </dgm:t>
    </dgm:pt>
    <dgm:pt modelId="{9137C007-E2E9-480E-9945-4C139A871497}" type="parTrans" cxnId="{891F6A5E-1958-4BFB-AB66-90BAED781E20}">
      <dgm:prSet/>
      <dgm:spPr/>
      <dgm:t>
        <a:bodyPr/>
        <a:lstStyle/>
        <a:p>
          <a:endParaRPr lang="en-IN"/>
        </a:p>
      </dgm:t>
    </dgm:pt>
    <dgm:pt modelId="{EBF890F1-2745-45BA-880C-71C233FE417D}">
      <dgm:prSet/>
      <dgm:spPr/>
      <dgm:t>
        <a:bodyPr/>
        <a:lstStyle/>
        <a:p>
          <a:r>
            <a:rPr lang="en-IN" b="1"/>
            <a:t>Battery Limitations</a:t>
          </a:r>
          <a:r>
            <a:rPr lang="en-IN"/>
            <a:t> → Limited flight range.</a:t>
          </a:r>
        </a:p>
      </dgm:t>
    </dgm:pt>
    <dgm:pt modelId="{52597AF0-B2B4-4448-B9E5-8AAB952817A9}" type="sibTrans" cxnId="{664AC68B-1657-4C97-91FF-9BB9D10E9A71}">
      <dgm:prSet/>
      <dgm:spPr/>
      <dgm:t>
        <a:bodyPr/>
        <a:lstStyle/>
        <a:p>
          <a:endParaRPr lang="en-IN"/>
        </a:p>
      </dgm:t>
    </dgm:pt>
    <dgm:pt modelId="{A911E004-5376-40C5-80A6-CF1BEDF7C923}" type="parTrans" cxnId="{664AC68B-1657-4C97-91FF-9BB9D10E9A71}">
      <dgm:prSet/>
      <dgm:spPr/>
      <dgm:t>
        <a:bodyPr/>
        <a:lstStyle/>
        <a:p>
          <a:endParaRPr lang="en-IN"/>
        </a:p>
      </dgm:t>
    </dgm:pt>
    <dgm:pt modelId="{3F965939-A130-4A31-B5D4-3D6546650A85}" type="pres">
      <dgm:prSet presAssocID="{6EF1208C-7FFA-4707-B632-812EE492EDAD}" presName="linearFlow" presStyleCnt="0">
        <dgm:presLayoutVars>
          <dgm:dir/>
          <dgm:resizeHandles val="exact"/>
        </dgm:presLayoutVars>
      </dgm:prSet>
      <dgm:spPr/>
    </dgm:pt>
    <dgm:pt modelId="{E010B862-9E5E-4BBB-87C2-2BFF3B107D91}" type="pres">
      <dgm:prSet presAssocID="{EBF890F1-2745-45BA-880C-71C233FE417D}" presName="composite" presStyleCnt="0"/>
      <dgm:spPr/>
    </dgm:pt>
    <dgm:pt modelId="{8F45DD93-CDEB-46C5-9487-3C532E0D9EBA}" type="pres">
      <dgm:prSet presAssocID="{EBF890F1-2745-45BA-880C-71C233FE417D}" presName="imgShp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 l="-52000" r="-52000"/>
          </a:stretch>
        </a:blipFill>
      </dgm:spPr>
    </dgm:pt>
    <dgm:pt modelId="{103F787E-BFF2-412E-BE3E-D1A626211A9D}" type="pres">
      <dgm:prSet presAssocID="{EBF890F1-2745-45BA-880C-71C233FE417D}" presName="txShp" presStyleLbl="node1" presStyleIdx="0" presStyleCnt="4">
        <dgm:presLayoutVars>
          <dgm:bulletEnabled val="1"/>
        </dgm:presLayoutVars>
      </dgm:prSet>
      <dgm:spPr/>
    </dgm:pt>
    <dgm:pt modelId="{A5B2FFAC-4D21-45CF-A4EF-33196CA4731F}" type="pres">
      <dgm:prSet presAssocID="{52597AF0-B2B4-4448-B9E5-8AAB952817A9}" presName="spacing" presStyleCnt="0"/>
      <dgm:spPr/>
    </dgm:pt>
    <dgm:pt modelId="{22999757-3767-47E1-BA7A-BE6995245B44}" type="pres">
      <dgm:prSet presAssocID="{B806E9B3-2AE8-4C41-9280-9253ACE5A1D0}" presName="composite" presStyleCnt="0"/>
      <dgm:spPr/>
    </dgm:pt>
    <dgm:pt modelId="{F65D2717-C8BA-4677-A17D-47C09BCDCFAC}" type="pres">
      <dgm:prSet presAssocID="{B806E9B3-2AE8-4C41-9280-9253ACE5A1D0}" presName="imgShp" presStyleLbl="fgImgPlace1" presStyleIdx="1" presStyleCnt="4"/>
      <dgm:spPr>
        <a:blipFill>
          <a:blip xmlns:r="http://schemas.openxmlformats.org/officeDocument/2006/relationships" r:embed="rId2"/>
          <a:srcRect/>
          <a:stretch>
            <a:fillRect t="-2000" b="-2000"/>
          </a:stretch>
        </a:blipFill>
      </dgm:spPr>
    </dgm:pt>
    <dgm:pt modelId="{CD6B5BD1-DBA6-4EB5-A555-E989BC268394}" type="pres">
      <dgm:prSet presAssocID="{B806E9B3-2AE8-4C41-9280-9253ACE5A1D0}" presName="txShp" presStyleLbl="node1" presStyleIdx="1" presStyleCnt="4">
        <dgm:presLayoutVars>
          <dgm:bulletEnabled val="1"/>
        </dgm:presLayoutVars>
      </dgm:prSet>
      <dgm:spPr/>
    </dgm:pt>
    <dgm:pt modelId="{207CF512-A20A-4FE6-BC2C-2D85F817BF4C}" type="pres">
      <dgm:prSet presAssocID="{38FCA247-DA13-4CE0-806D-44DEEF96D73B}" presName="spacing" presStyleCnt="0"/>
      <dgm:spPr/>
    </dgm:pt>
    <dgm:pt modelId="{CE450932-36EC-4DCF-901B-D4C5AA5FF811}" type="pres">
      <dgm:prSet presAssocID="{6999C8AD-AAA0-44FB-AFB8-63C7A44E1937}" presName="composite" presStyleCnt="0"/>
      <dgm:spPr/>
    </dgm:pt>
    <dgm:pt modelId="{7B751894-9F23-4F0A-9E20-76D4241386E9}" type="pres">
      <dgm:prSet presAssocID="{6999C8AD-AAA0-44FB-AFB8-63C7A44E1937}" presName="imgShp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 l="-5000" r="-5000"/>
          </a:stretch>
        </a:blipFill>
      </dgm:spPr>
    </dgm:pt>
    <dgm:pt modelId="{14063A02-F5B1-4CDF-8243-10552549F8D4}" type="pres">
      <dgm:prSet presAssocID="{6999C8AD-AAA0-44FB-AFB8-63C7A44E1937}" presName="txShp" presStyleLbl="node1" presStyleIdx="2" presStyleCnt="4">
        <dgm:presLayoutVars>
          <dgm:bulletEnabled val="1"/>
        </dgm:presLayoutVars>
      </dgm:prSet>
      <dgm:spPr/>
    </dgm:pt>
    <dgm:pt modelId="{A1A06F78-7885-419E-863C-6A1BF744E026}" type="pres">
      <dgm:prSet presAssocID="{A8BAD93D-BAD7-49CA-9D82-12BA40575E84}" presName="spacing" presStyleCnt="0"/>
      <dgm:spPr/>
    </dgm:pt>
    <dgm:pt modelId="{0742BA70-A874-4BFB-A2D8-7640F70CF0E0}" type="pres">
      <dgm:prSet presAssocID="{EE062908-F927-47FD-A6BE-B84356D00057}" presName="composite" presStyleCnt="0"/>
      <dgm:spPr/>
    </dgm:pt>
    <dgm:pt modelId="{C6B144A9-C348-451E-9803-3C990BFC1D47}" type="pres">
      <dgm:prSet presAssocID="{EE062908-F927-47FD-A6BE-B84356D00057}" presName="imgShp" presStyleLbl="fgImgPlace1" presStyleIdx="3" presStyleCnt="4"/>
      <dgm:spPr>
        <a:blipFill>
          <a:blip xmlns:r="http://schemas.openxmlformats.org/officeDocument/2006/relationships" r:embed="rId4"/>
          <a:srcRect/>
          <a:stretch>
            <a:fillRect l="-4000" r="-4000"/>
          </a:stretch>
        </a:blipFill>
      </dgm:spPr>
    </dgm:pt>
    <dgm:pt modelId="{5CD5ED5B-ADC3-404C-806D-A43CF57A146D}" type="pres">
      <dgm:prSet presAssocID="{EE062908-F927-47FD-A6BE-B84356D00057}" presName="txShp" presStyleLbl="node1" presStyleIdx="3" presStyleCnt="4">
        <dgm:presLayoutVars>
          <dgm:bulletEnabled val="1"/>
        </dgm:presLayoutVars>
      </dgm:prSet>
      <dgm:spPr/>
    </dgm:pt>
  </dgm:ptLst>
  <dgm:cxnLst>
    <dgm:cxn modelId="{301EFE0D-7214-48C5-AA87-582C56C95DDC}" srcId="{6EF1208C-7FFA-4707-B632-812EE492EDAD}" destId="{EE062908-F927-47FD-A6BE-B84356D00057}" srcOrd="3" destOrd="0" parTransId="{6A9B3EE4-58CC-4C47-9B02-D72146C9C0A1}" sibTransId="{4E15E4F3-6CC7-4812-966D-ACC0953DC557}"/>
    <dgm:cxn modelId="{CEE39615-DE5E-4CB2-A48C-81303767A2FA}" type="presOf" srcId="{6999C8AD-AAA0-44FB-AFB8-63C7A44E1937}" destId="{14063A02-F5B1-4CDF-8243-10552549F8D4}" srcOrd="0" destOrd="0" presId="urn:microsoft.com/office/officeart/2005/8/layout/vList3"/>
    <dgm:cxn modelId="{9C1C4018-C86D-4AC5-B89F-61E50889FF86}" type="presOf" srcId="{EBF890F1-2745-45BA-880C-71C233FE417D}" destId="{103F787E-BFF2-412E-BE3E-D1A626211A9D}" srcOrd="0" destOrd="0" presId="urn:microsoft.com/office/officeart/2005/8/layout/vList3"/>
    <dgm:cxn modelId="{891F6A5E-1958-4BFB-AB66-90BAED781E20}" srcId="{6EF1208C-7FFA-4707-B632-812EE492EDAD}" destId="{6999C8AD-AAA0-44FB-AFB8-63C7A44E1937}" srcOrd="2" destOrd="0" parTransId="{9137C007-E2E9-480E-9945-4C139A871497}" sibTransId="{A8BAD93D-BAD7-49CA-9D82-12BA40575E84}"/>
    <dgm:cxn modelId="{F3EAFE4D-78F2-4FA7-B6F7-E14624279262}" type="presOf" srcId="{6EF1208C-7FFA-4707-B632-812EE492EDAD}" destId="{3F965939-A130-4A31-B5D4-3D6546650A85}" srcOrd="0" destOrd="0" presId="urn:microsoft.com/office/officeart/2005/8/layout/vList3"/>
    <dgm:cxn modelId="{664AC68B-1657-4C97-91FF-9BB9D10E9A71}" srcId="{6EF1208C-7FFA-4707-B632-812EE492EDAD}" destId="{EBF890F1-2745-45BA-880C-71C233FE417D}" srcOrd="0" destOrd="0" parTransId="{A911E004-5376-40C5-80A6-CF1BEDF7C923}" sibTransId="{52597AF0-B2B4-4448-B9E5-8AAB952817A9}"/>
    <dgm:cxn modelId="{9EE22092-400D-4325-9C22-D3D7714E995C}" srcId="{6EF1208C-7FFA-4707-B632-812EE492EDAD}" destId="{B806E9B3-2AE8-4C41-9280-9253ACE5A1D0}" srcOrd="1" destOrd="0" parTransId="{0F623907-C8BE-4C08-AA1B-083329CF3135}" sibTransId="{38FCA247-DA13-4CE0-806D-44DEEF96D73B}"/>
    <dgm:cxn modelId="{761DF2D6-359D-44F7-A379-6570B9195292}" type="presOf" srcId="{B806E9B3-2AE8-4C41-9280-9253ACE5A1D0}" destId="{CD6B5BD1-DBA6-4EB5-A555-E989BC268394}" srcOrd="0" destOrd="0" presId="urn:microsoft.com/office/officeart/2005/8/layout/vList3"/>
    <dgm:cxn modelId="{DF24D4E7-A899-4A26-A9B4-0EAA9D5481EB}" type="presOf" srcId="{EE062908-F927-47FD-A6BE-B84356D00057}" destId="{5CD5ED5B-ADC3-404C-806D-A43CF57A146D}" srcOrd="0" destOrd="0" presId="urn:microsoft.com/office/officeart/2005/8/layout/vList3"/>
    <dgm:cxn modelId="{AA384F01-04E7-4FDF-9BCD-302C12FE4A51}" type="presParOf" srcId="{3F965939-A130-4A31-B5D4-3D6546650A85}" destId="{E010B862-9E5E-4BBB-87C2-2BFF3B107D91}" srcOrd="0" destOrd="0" presId="urn:microsoft.com/office/officeart/2005/8/layout/vList3"/>
    <dgm:cxn modelId="{7268E7BD-44DE-4791-BE84-AAC843B958ED}" type="presParOf" srcId="{E010B862-9E5E-4BBB-87C2-2BFF3B107D91}" destId="{8F45DD93-CDEB-46C5-9487-3C532E0D9EBA}" srcOrd="0" destOrd="0" presId="urn:microsoft.com/office/officeart/2005/8/layout/vList3"/>
    <dgm:cxn modelId="{3672BB0B-F88B-48EB-A5F8-552D4EF5D102}" type="presParOf" srcId="{E010B862-9E5E-4BBB-87C2-2BFF3B107D91}" destId="{103F787E-BFF2-412E-BE3E-D1A626211A9D}" srcOrd="1" destOrd="0" presId="urn:microsoft.com/office/officeart/2005/8/layout/vList3"/>
    <dgm:cxn modelId="{87F9C267-072D-43D0-8625-DBB316503BBD}" type="presParOf" srcId="{3F965939-A130-4A31-B5D4-3D6546650A85}" destId="{A5B2FFAC-4D21-45CF-A4EF-33196CA4731F}" srcOrd="1" destOrd="0" presId="urn:microsoft.com/office/officeart/2005/8/layout/vList3"/>
    <dgm:cxn modelId="{C514D47D-60C7-4E4B-B384-A05E369E93B6}" type="presParOf" srcId="{3F965939-A130-4A31-B5D4-3D6546650A85}" destId="{22999757-3767-47E1-BA7A-BE6995245B44}" srcOrd="2" destOrd="0" presId="urn:microsoft.com/office/officeart/2005/8/layout/vList3"/>
    <dgm:cxn modelId="{2804819A-8256-4D65-9726-A477CCE3C200}" type="presParOf" srcId="{22999757-3767-47E1-BA7A-BE6995245B44}" destId="{F65D2717-C8BA-4677-A17D-47C09BCDCFAC}" srcOrd="0" destOrd="0" presId="urn:microsoft.com/office/officeart/2005/8/layout/vList3"/>
    <dgm:cxn modelId="{FDFD35BF-3641-4C0E-B495-B44563B8A56E}" type="presParOf" srcId="{22999757-3767-47E1-BA7A-BE6995245B44}" destId="{CD6B5BD1-DBA6-4EB5-A555-E989BC268394}" srcOrd="1" destOrd="0" presId="urn:microsoft.com/office/officeart/2005/8/layout/vList3"/>
    <dgm:cxn modelId="{AF46A144-5C92-429E-A166-3CE1AC05E162}" type="presParOf" srcId="{3F965939-A130-4A31-B5D4-3D6546650A85}" destId="{207CF512-A20A-4FE6-BC2C-2D85F817BF4C}" srcOrd="3" destOrd="0" presId="urn:microsoft.com/office/officeart/2005/8/layout/vList3"/>
    <dgm:cxn modelId="{4B37CF9F-1BE7-4EFA-A8CB-088E880EECCA}" type="presParOf" srcId="{3F965939-A130-4A31-B5D4-3D6546650A85}" destId="{CE450932-36EC-4DCF-901B-D4C5AA5FF811}" srcOrd="4" destOrd="0" presId="urn:microsoft.com/office/officeart/2005/8/layout/vList3"/>
    <dgm:cxn modelId="{8E24D224-DBC6-4236-A440-40A8B3B628AB}" type="presParOf" srcId="{CE450932-36EC-4DCF-901B-D4C5AA5FF811}" destId="{7B751894-9F23-4F0A-9E20-76D4241386E9}" srcOrd="0" destOrd="0" presId="urn:microsoft.com/office/officeart/2005/8/layout/vList3"/>
    <dgm:cxn modelId="{A4BAEC15-946A-49A5-BAA8-A9BED5463E99}" type="presParOf" srcId="{CE450932-36EC-4DCF-901B-D4C5AA5FF811}" destId="{14063A02-F5B1-4CDF-8243-10552549F8D4}" srcOrd="1" destOrd="0" presId="urn:microsoft.com/office/officeart/2005/8/layout/vList3"/>
    <dgm:cxn modelId="{698DA579-B13B-47D8-A629-37723077AD09}" type="presParOf" srcId="{3F965939-A130-4A31-B5D4-3D6546650A85}" destId="{A1A06F78-7885-419E-863C-6A1BF744E026}" srcOrd="5" destOrd="0" presId="urn:microsoft.com/office/officeart/2005/8/layout/vList3"/>
    <dgm:cxn modelId="{171DC8F0-17B6-4A4E-B91B-260D44371032}" type="presParOf" srcId="{3F965939-A130-4A31-B5D4-3D6546650A85}" destId="{0742BA70-A874-4BFB-A2D8-7640F70CF0E0}" srcOrd="6" destOrd="0" presId="urn:microsoft.com/office/officeart/2005/8/layout/vList3"/>
    <dgm:cxn modelId="{38E307EA-16E9-49D0-8C37-0F30E4D0BFA7}" type="presParOf" srcId="{0742BA70-A874-4BFB-A2D8-7640F70CF0E0}" destId="{C6B144A9-C348-451E-9803-3C990BFC1D47}" srcOrd="0" destOrd="0" presId="urn:microsoft.com/office/officeart/2005/8/layout/vList3"/>
    <dgm:cxn modelId="{CB991BAD-E65F-45DE-A7FC-804826566FF3}" type="presParOf" srcId="{0742BA70-A874-4BFB-A2D8-7640F70CF0E0}" destId="{5CD5ED5B-ADC3-404C-806D-A43CF57A146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577274-21A2-429B-89E7-B8CAEA642E9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F4DCB21-009C-4B4F-B954-845A6346D173}">
      <dgm:prSet/>
      <dgm:spPr/>
      <dgm:t>
        <a:bodyPr/>
        <a:lstStyle/>
        <a:p>
          <a:r>
            <a:rPr lang="en-IN"/>
            <a:t>Swappable </a:t>
          </a:r>
          <a:r>
            <a:rPr lang="en-IN" b="1"/>
            <a:t>high-capacity batteries / solar charging stations</a:t>
          </a:r>
          <a:endParaRPr lang="en-IN"/>
        </a:p>
      </dgm:t>
    </dgm:pt>
    <dgm:pt modelId="{A7924EE5-D54B-46F0-AE4F-04ADFCDEFD26}" type="parTrans" cxnId="{6858696B-3370-4950-A8C6-9D4DEAB89A2E}">
      <dgm:prSet/>
      <dgm:spPr/>
      <dgm:t>
        <a:bodyPr/>
        <a:lstStyle/>
        <a:p>
          <a:endParaRPr lang="en-IN"/>
        </a:p>
      </dgm:t>
    </dgm:pt>
    <dgm:pt modelId="{9A60F769-8CBD-4F22-8CF9-CBED3A5759FE}" type="sibTrans" cxnId="{6858696B-3370-4950-A8C6-9D4DEAB89A2E}">
      <dgm:prSet/>
      <dgm:spPr/>
      <dgm:t>
        <a:bodyPr/>
        <a:lstStyle/>
        <a:p>
          <a:endParaRPr lang="en-IN"/>
        </a:p>
      </dgm:t>
    </dgm:pt>
    <dgm:pt modelId="{B3E0FCFE-EB06-4373-BCB4-879758AF9018}">
      <dgm:prSet/>
      <dgm:spPr/>
      <dgm:t>
        <a:bodyPr/>
        <a:lstStyle/>
        <a:p>
          <a:r>
            <a:rPr lang="en-IN" b="1"/>
            <a:t>Weather-resilient design</a:t>
          </a:r>
          <a:r>
            <a:rPr lang="en-IN"/>
            <a:t> + fallback emergency landing protocols</a:t>
          </a:r>
        </a:p>
      </dgm:t>
    </dgm:pt>
    <dgm:pt modelId="{D9B4FD80-C03C-41DE-A1CB-188D4311BA2D}" type="parTrans" cxnId="{3AE89571-62B6-4E7B-BF0E-97A6122E75A7}">
      <dgm:prSet/>
      <dgm:spPr/>
      <dgm:t>
        <a:bodyPr/>
        <a:lstStyle/>
        <a:p>
          <a:endParaRPr lang="en-IN"/>
        </a:p>
      </dgm:t>
    </dgm:pt>
    <dgm:pt modelId="{4120FFF9-88EC-46D4-92B9-B5149719F0D3}" type="sibTrans" cxnId="{3AE89571-62B6-4E7B-BF0E-97A6122E75A7}">
      <dgm:prSet/>
      <dgm:spPr/>
      <dgm:t>
        <a:bodyPr/>
        <a:lstStyle/>
        <a:p>
          <a:endParaRPr lang="en-IN"/>
        </a:p>
      </dgm:t>
    </dgm:pt>
    <dgm:pt modelId="{EF191FDA-6086-479B-A060-7E29FE016E86}">
      <dgm:prSet/>
      <dgm:spPr/>
      <dgm:t>
        <a:bodyPr/>
        <a:lstStyle/>
        <a:p>
          <a:r>
            <a:rPr lang="en-IN" b="1"/>
            <a:t>Hybrid navigation</a:t>
          </a:r>
          <a:r>
            <a:rPr lang="en-IN"/>
            <a:t> (GPS + AI vision + IMU fusion).</a:t>
          </a:r>
        </a:p>
      </dgm:t>
    </dgm:pt>
    <dgm:pt modelId="{DF868295-F63E-445B-A9A0-77BA64F473CA}" type="parTrans" cxnId="{BA810518-43EA-4FD9-88DE-A2CBDD12D73A}">
      <dgm:prSet/>
      <dgm:spPr/>
      <dgm:t>
        <a:bodyPr/>
        <a:lstStyle/>
        <a:p>
          <a:endParaRPr lang="en-IN"/>
        </a:p>
      </dgm:t>
    </dgm:pt>
    <dgm:pt modelId="{C5BEF7DB-DEF4-41EA-A38A-BB45B0DB4DFD}" type="sibTrans" cxnId="{BA810518-43EA-4FD9-88DE-A2CBDD12D73A}">
      <dgm:prSet/>
      <dgm:spPr/>
      <dgm:t>
        <a:bodyPr/>
        <a:lstStyle/>
        <a:p>
          <a:endParaRPr lang="en-IN"/>
        </a:p>
      </dgm:t>
    </dgm:pt>
    <dgm:pt modelId="{90E02D8C-E0AF-4378-8110-F71FE66D0CE9}">
      <dgm:prSet/>
      <dgm:spPr/>
      <dgm:t>
        <a:bodyPr/>
        <a:lstStyle/>
        <a:p>
          <a:r>
            <a:rPr lang="en-IN"/>
            <a:t>Lightweight </a:t>
          </a:r>
          <a:r>
            <a:rPr lang="en-IN" b="1"/>
            <a:t>modular payload containers</a:t>
          </a:r>
          <a:r>
            <a:rPr lang="en-IN"/>
            <a:t> with shock absorption</a:t>
          </a:r>
        </a:p>
      </dgm:t>
    </dgm:pt>
    <dgm:pt modelId="{7A9C4CE7-DE86-481C-8EA6-5CE487FFFD5C}" type="parTrans" cxnId="{A885E3E4-2233-47D2-93DF-6EF90EED3515}">
      <dgm:prSet/>
      <dgm:spPr/>
      <dgm:t>
        <a:bodyPr/>
        <a:lstStyle/>
        <a:p>
          <a:endParaRPr lang="en-IN"/>
        </a:p>
      </dgm:t>
    </dgm:pt>
    <dgm:pt modelId="{2636ADB0-24BC-487F-BBBC-0045E08197E0}" type="sibTrans" cxnId="{A885E3E4-2233-47D2-93DF-6EF90EED3515}">
      <dgm:prSet/>
      <dgm:spPr/>
      <dgm:t>
        <a:bodyPr/>
        <a:lstStyle/>
        <a:p>
          <a:endParaRPr lang="en-IN"/>
        </a:p>
      </dgm:t>
    </dgm:pt>
    <dgm:pt modelId="{8E16C2C5-17D6-4463-AAB8-B285BED1CA17}" type="pres">
      <dgm:prSet presAssocID="{46577274-21A2-429B-89E7-B8CAEA642E96}" presName="linearFlow" presStyleCnt="0">
        <dgm:presLayoutVars>
          <dgm:dir/>
          <dgm:resizeHandles val="exact"/>
        </dgm:presLayoutVars>
      </dgm:prSet>
      <dgm:spPr/>
    </dgm:pt>
    <dgm:pt modelId="{ED70C7EC-C01E-4A27-994C-851369A045CC}" type="pres">
      <dgm:prSet presAssocID="{CF4DCB21-009C-4B4F-B954-845A6346D173}" presName="composite" presStyleCnt="0"/>
      <dgm:spPr/>
    </dgm:pt>
    <dgm:pt modelId="{9F23B0F6-8177-4CC5-B571-C74312A36A5B}" type="pres">
      <dgm:prSet presAssocID="{CF4DCB21-009C-4B4F-B954-845A6346D173}" presName="imgShp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 l="-1000" r="-1000"/>
          </a:stretch>
        </a:blipFill>
      </dgm:spPr>
    </dgm:pt>
    <dgm:pt modelId="{1A3C49BA-7C17-4FEE-A74D-3BBE4ECFB938}" type="pres">
      <dgm:prSet presAssocID="{CF4DCB21-009C-4B4F-B954-845A6346D173}" presName="txShp" presStyleLbl="node1" presStyleIdx="0" presStyleCnt="4">
        <dgm:presLayoutVars>
          <dgm:bulletEnabled val="1"/>
        </dgm:presLayoutVars>
      </dgm:prSet>
      <dgm:spPr/>
    </dgm:pt>
    <dgm:pt modelId="{4CBA966B-2058-48DF-A833-98D471FD58F5}" type="pres">
      <dgm:prSet presAssocID="{9A60F769-8CBD-4F22-8CF9-CBED3A5759FE}" presName="spacing" presStyleCnt="0"/>
      <dgm:spPr/>
    </dgm:pt>
    <dgm:pt modelId="{E0D67C00-E19F-433B-BE78-9F35EB778668}" type="pres">
      <dgm:prSet presAssocID="{B3E0FCFE-EB06-4373-BCB4-879758AF9018}" presName="composite" presStyleCnt="0"/>
      <dgm:spPr/>
    </dgm:pt>
    <dgm:pt modelId="{6E39F1C7-E845-4D7F-B16B-3DEF86E6F5DF}" type="pres">
      <dgm:prSet presAssocID="{B3E0FCFE-EB06-4373-BCB4-879758AF9018}" presName="imgShp" presStyleLbl="fgImgPlace1" presStyleIdx="1" presStyleCnt="4"/>
      <dgm:spPr>
        <a:blipFill>
          <a:blip xmlns:r="http://schemas.openxmlformats.org/officeDocument/2006/relationships" r:embed="rId2"/>
          <a:srcRect/>
          <a:stretch>
            <a:fillRect l="-3000" r="-3000"/>
          </a:stretch>
        </a:blipFill>
      </dgm:spPr>
    </dgm:pt>
    <dgm:pt modelId="{01C9D1A6-56E6-4925-B2DA-C8BDCCC837E7}" type="pres">
      <dgm:prSet presAssocID="{B3E0FCFE-EB06-4373-BCB4-879758AF9018}" presName="txShp" presStyleLbl="node1" presStyleIdx="1" presStyleCnt="4">
        <dgm:presLayoutVars>
          <dgm:bulletEnabled val="1"/>
        </dgm:presLayoutVars>
      </dgm:prSet>
      <dgm:spPr/>
    </dgm:pt>
    <dgm:pt modelId="{A86B5842-F745-4E21-9090-11C59ACDCAE0}" type="pres">
      <dgm:prSet presAssocID="{4120FFF9-88EC-46D4-92B9-B5149719F0D3}" presName="spacing" presStyleCnt="0"/>
      <dgm:spPr/>
    </dgm:pt>
    <dgm:pt modelId="{9C998081-91A5-40A3-8B69-AF949431ACE1}" type="pres">
      <dgm:prSet presAssocID="{EF191FDA-6086-479B-A060-7E29FE016E86}" presName="composite" presStyleCnt="0"/>
      <dgm:spPr/>
    </dgm:pt>
    <dgm:pt modelId="{9D6876D7-1C97-46CC-80E2-4639767D5D99}" type="pres">
      <dgm:prSet presAssocID="{EF191FDA-6086-479B-A060-7E29FE016E86}" presName="imgShp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 l="-2000" r="-2000"/>
          </a:stretch>
        </a:blipFill>
      </dgm:spPr>
    </dgm:pt>
    <dgm:pt modelId="{11CDCBD0-DE17-4A2E-90C3-0A52FC16DDD5}" type="pres">
      <dgm:prSet presAssocID="{EF191FDA-6086-479B-A060-7E29FE016E86}" presName="txShp" presStyleLbl="node1" presStyleIdx="2" presStyleCnt="4">
        <dgm:presLayoutVars>
          <dgm:bulletEnabled val="1"/>
        </dgm:presLayoutVars>
      </dgm:prSet>
      <dgm:spPr/>
    </dgm:pt>
    <dgm:pt modelId="{40CE71F3-979A-479D-AE28-837E42969F06}" type="pres">
      <dgm:prSet presAssocID="{C5BEF7DB-DEF4-41EA-A38A-BB45B0DB4DFD}" presName="spacing" presStyleCnt="0"/>
      <dgm:spPr/>
    </dgm:pt>
    <dgm:pt modelId="{9B62C1E7-3F66-40CC-8200-D6910E03F2C3}" type="pres">
      <dgm:prSet presAssocID="{90E02D8C-E0AF-4378-8110-F71FE66D0CE9}" presName="composite" presStyleCnt="0"/>
      <dgm:spPr/>
    </dgm:pt>
    <dgm:pt modelId="{4371E62F-3677-4642-9474-A72A481A65A4}" type="pres">
      <dgm:prSet presAssocID="{90E02D8C-E0AF-4378-8110-F71FE66D0CE9}" presName="imgShp" presStyleLbl="fgImgPlace1" presStyleIdx="3" presStyleCnt="4"/>
      <dgm:spPr>
        <a:blipFill>
          <a:blip xmlns:r="http://schemas.openxmlformats.org/officeDocument/2006/relationships" r:embed="rId4"/>
          <a:srcRect/>
          <a:stretch>
            <a:fillRect l="-5000" r="-5000"/>
          </a:stretch>
        </a:blipFill>
      </dgm:spPr>
    </dgm:pt>
    <dgm:pt modelId="{665EBF87-7354-40D6-BD38-82CBA918BDB5}" type="pres">
      <dgm:prSet presAssocID="{90E02D8C-E0AF-4378-8110-F71FE66D0CE9}" presName="txShp" presStyleLbl="node1" presStyleIdx="3" presStyleCnt="4">
        <dgm:presLayoutVars>
          <dgm:bulletEnabled val="1"/>
        </dgm:presLayoutVars>
      </dgm:prSet>
      <dgm:spPr/>
    </dgm:pt>
  </dgm:ptLst>
  <dgm:cxnLst>
    <dgm:cxn modelId="{9C59A608-C8E7-4F61-8F7E-F468D0FD1FF8}" type="presOf" srcId="{CF4DCB21-009C-4B4F-B954-845A6346D173}" destId="{1A3C49BA-7C17-4FEE-A74D-3BBE4ECFB938}" srcOrd="0" destOrd="0" presId="urn:microsoft.com/office/officeart/2005/8/layout/vList3"/>
    <dgm:cxn modelId="{BA810518-43EA-4FD9-88DE-A2CBDD12D73A}" srcId="{46577274-21A2-429B-89E7-B8CAEA642E96}" destId="{EF191FDA-6086-479B-A060-7E29FE016E86}" srcOrd="2" destOrd="0" parTransId="{DF868295-F63E-445B-A9A0-77BA64F473CA}" sibTransId="{C5BEF7DB-DEF4-41EA-A38A-BB45B0DB4DFD}"/>
    <dgm:cxn modelId="{2CF3F83A-5E99-480A-A0C1-15AD5CACBF28}" type="presOf" srcId="{90E02D8C-E0AF-4378-8110-F71FE66D0CE9}" destId="{665EBF87-7354-40D6-BD38-82CBA918BDB5}" srcOrd="0" destOrd="0" presId="urn:microsoft.com/office/officeart/2005/8/layout/vList3"/>
    <dgm:cxn modelId="{8590AC40-AAE1-4E6A-80B4-5D5E6465ACF8}" type="presOf" srcId="{EF191FDA-6086-479B-A060-7E29FE016E86}" destId="{11CDCBD0-DE17-4A2E-90C3-0A52FC16DDD5}" srcOrd="0" destOrd="0" presId="urn:microsoft.com/office/officeart/2005/8/layout/vList3"/>
    <dgm:cxn modelId="{6858696B-3370-4950-A8C6-9D4DEAB89A2E}" srcId="{46577274-21A2-429B-89E7-B8CAEA642E96}" destId="{CF4DCB21-009C-4B4F-B954-845A6346D173}" srcOrd="0" destOrd="0" parTransId="{A7924EE5-D54B-46F0-AE4F-04ADFCDEFD26}" sibTransId="{9A60F769-8CBD-4F22-8CF9-CBED3A5759FE}"/>
    <dgm:cxn modelId="{3AE89571-62B6-4E7B-BF0E-97A6122E75A7}" srcId="{46577274-21A2-429B-89E7-B8CAEA642E96}" destId="{B3E0FCFE-EB06-4373-BCB4-879758AF9018}" srcOrd="1" destOrd="0" parTransId="{D9B4FD80-C03C-41DE-A1CB-188D4311BA2D}" sibTransId="{4120FFF9-88EC-46D4-92B9-B5149719F0D3}"/>
    <dgm:cxn modelId="{8DC87278-A28B-47EE-B724-0F8D7B71ECFE}" type="presOf" srcId="{46577274-21A2-429B-89E7-B8CAEA642E96}" destId="{8E16C2C5-17D6-4463-AAB8-B285BED1CA17}" srcOrd="0" destOrd="0" presId="urn:microsoft.com/office/officeart/2005/8/layout/vList3"/>
    <dgm:cxn modelId="{944FCA85-1009-403C-AAA3-ABDBF5254F13}" type="presOf" srcId="{B3E0FCFE-EB06-4373-BCB4-879758AF9018}" destId="{01C9D1A6-56E6-4925-B2DA-C8BDCCC837E7}" srcOrd="0" destOrd="0" presId="urn:microsoft.com/office/officeart/2005/8/layout/vList3"/>
    <dgm:cxn modelId="{A885E3E4-2233-47D2-93DF-6EF90EED3515}" srcId="{46577274-21A2-429B-89E7-B8CAEA642E96}" destId="{90E02D8C-E0AF-4378-8110-F71FE66D0CE9}" srcOrd="3" destOrd="0" parTransId="{7A9C4CE7-DE86-481C-8EA6-5CE487FFFD5C}" sibTransId="{2636ADB0-24BC-487F-BBBC-0045E08197E0}"/>
    <dgm:cxn modelId="{C2EAB282-87F3-49CF-A513-10139EF75D11}" type="presParOf" srcId="{8E16C2C5-17D6-4463-AAB8-B285BED1CA17}" destId="{ED70C7EC-C01E-4A27-994C-851369A045CC}" srcOrd="0" destOrd="0" presId="urn:microsoft.com/office/officeart/2005/8/layout/vList3"/>
    <dgm:cxn modelId="{86DF0250-3F2C-42FF-A613-19175C4912C4}" type="presParOf" srcId="{ED70C7EC-C01E-4A27-994C-851369A045CC}" destId="{9F23B0F6-8177-4CC5-B571-C74312A36A5B}" srcOrd="0" destOrd="0" presId="urn:microsoft.com/office/officeart/2005/8/layout/vList3"/>
    <dgm:cxn modelId="{B2A9E039-7EB9-48A4-B64E-F2C68BE2F386}" type="presParOf" srcId="{ED70C7EC-C01E-4A27-994C-851369A045CC}" destId="{1A3C49BA-7C17-4FEE-A74D-3BBE4ECFB938}" srcOrd="1" destOrd="0" presId="urn:microsoft.com/office/officeart/2005/8/layout/vList3"/>
    <dgm:cxn modelId="{F5B3A1C7-0C52-4CEA-9DB7-D20B2ECA27D3}" type="presParOf" srcId="{8E16C2C5-17D6-4463-AAB8-B285BED1CA17}" destId="{4CBA966B-2058-48DF-A833-98D471FD58F5}" srcOrd="1" destOrd="0" presId="urn:microsoft.com/office/officeart/2005/8/layout/vList3"/>
    <dgm:cxn modelId="{A9280690-06E8-4A8C-920B-41E0D1D6B7BE}" type="presParOf" srcId="{8E16C2C5-17D6-4463-AAB8-B285BED1CA17}" destId="{E0D67C00-E19F-433B-BE78-9F35EB778668}" srcOrd="2" destOrd="0" presId="urn:microsoft.com/office/officeart/2005/8/layout/vList3"/>
    <dgm:cxn modelId="{59B937FE-3D6E-4877-BC3E-95E9BA42ACE8}" type="presParOf" srcId="{E0D67C00-E19F-433B-BE78-9F35EB778668}" destId="{6E39F1C7-E845-4D7F-B16B-3DEF86E6F5DF}" srcOrd="0" destOrd="0" presId="urn:microsoft.com/office/officeart/2005/8/layout/vList3"/>
    <dgm:cxn modelId="{03C73175-5EC3-4C1F-A66D-7BF0505D69FB}" type="presParOf" srcId="{E0D67C00-E19F-433B-BE78-9F35EB778668}" destId="{01C9D1A6-56E6-4925-B2DA-C8BDCCC837E7}" srcOrd="1" destOrd="0" presId="urn:microsoft.com/office/officeart/2005/8/layout/vList3"/>
    <dgm:cxn modelId="{AE11B9D7-208C-4776-AF73-689977AAC20B}" type="presParOf" srcId="{8E16C2C5-17D6-4463-AAB8-B285BED1CA17}" destId="{A86B5842-F745-4E21-9090-11C59ACDCAE0}" srcOrd="3" destOrd="0" presId="urn:microsoft.com/office/officeart/2005/8/layout/vList3"/>
    <dgm:cxn modelId="{31FA9118-A831-4702-9436-AA5878DC89B3}" type="presParOf" srcId="{8E16C2C5-17D6-4463-AAB8-B285BED1CA17}" destId="{9C998081-91A5-40A3-8B69-AF949431ACE1}" srcOrd="4" destOrd="0" presId="urn:microsoft.com/office/officeart/2005/8/layout/vList3"/>
    <dgm:cxn modelId="{25CC2EB8-D77A-4B65-8D76-D2886270B52E}" type="presParOf" srcId="{9C998081-91A5-40A3-8B69-AF949431ACE1}" destId="{9D6876D7-1C97-46CC-80E2-4639767D5D99}" srcOrd="0" destOrd="0" presId="urn:microsoft.com/office/officeart/2005/8/layout/vList3"/>
    <dgm:cxn modelId="{76465C6A-FA9A-4726-AA14-608A27EF94C4}" type="presParOf" srcId="{9C998081-91A5-40A3-8B69-AF949431ACE1}" destId="{11CDCBD0-DE17-4A2E-90C3-0A52FC16DDD5}" srcOrd="1" destOrd="0" presId="urn:microsoft.com/office/officeart/2005/8/layout/vList3"/>
    <dgm:cxn modelId="{0F99702E-CF5B-4BFF-A985-A4A1373FDEFE}" type="presParOf" srcId="{8E16C2C5-17D6-4463-AAB8-B285BED1CA17}" destId="{40CE71F3-979A-479D-AE28-837E42969F06}" srcOrd="5" destOrd="0" presId="urn:microsoft.com/office/officeart/2005/8/layout/vList3"/>
    <dgm:cxn modelId="{E8631A9F-7AA9-475B-BBAD-D56B6C32B5F5}" type="presParOf" srcId="{8E16C2C5-17D6-4463-AAB8-B285BED1CA17}" destId="{9B62C1E7-3F66-40CC-8200-D6910E03F2C3}" srcOrd="6" destOrd="0" presId="urn:microsoft.com/office/officeart/2005/8/layout/vList3"/>
    <dgm:cxn modelId="{E244283A-D63A-4EDE-9B6B-3D7C17785889}" type="presParOf" srcId="{9B62C1E7-3F66-40CC-8200-D6910E03F2C3}" destId="{4371E62F-3677-4642-9474-A72A481A65A4}" srcOrd="0" destOrd="0" presId="urn:microsoft.com/office/officeart/2005/8/layout/vList3"/>
    <dgm:cxn modelId="{2B99584C-8520-4FF6-921C-306AC58F03C3}" type="presParOf" srcId="{9B62C1E7-3F66-40CC-8200-D6910E03F2C3}" destId="{665EBF87-7354-40D6-BD38-82CBA918BDB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635515-813B-4403-87E8-673E0DC297E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8DE55E5-BF14-4ABD-99C3-F2F4F48F10FA}">
      <dgm:prSet/>
      <dgm:spPr/>
      <dgm:t>
        <a:bodyPr/>
        <a:lstStyle/>
        <a:p>
          <a:r>
            <a:rPr lang="en-US" b="1"/>
            <a:t>Disaster Victims</a:t>
          </a:r>
          <a:r>
            <a:rPr lang="en-US"/>
            <a:t> → Faster access to critical medicines, communication devices, and first-aid</a:t>
          </a:r>
          <a:endParaRPr lang="en-IN"/>
        </a:p>
      </dgm:t>
    </dgm:pt>
    <dgm:pt modelId="{C3BAAE0F-E4B8-421F-80EB-22F49827B370}" type="parTrans" cxnId="{2A9F0527-8289-4AE1-BB56-9344935EB855}">
      <dgm:prSet/>
      <dgm:spPr/>
      <dgm:t>
        <a:bodyPr/>
        <a:lstStyle/>
        <a:p>
          <a:endParaRPr lang="en-IN"/>
        </a:p>
      </dgm:t>
    </dgm:pt>
    <dgm:pt modelId="{CF454C4E-8139-4039-96EA-E699D09AC120}" type="sibTrans" cxnId="{2A9F0527-8289-4AE1-BB56-9344935EB855}">
      <dgm:prSet/>
      <dgm:spPr/>
      <dgm:t>
        <a:bodyPr/>
        <a:lstStyle/>
        <a:p>
          <a:endParaRPr lang="en-IN"/>
        </a:p>
      </dgm:t>
    </dgm:pt>
    <dgm:pt modelId="{176932CA-3630-484B-929D-8353F066952B}">
      <dgm:prSet/>
      <dgm:spPr/>
      <dgm:t>
        <a:bodyPr/>
        <a:lstStyle/>
        <a:p>
          <a:r>
            <a:rPr lang="en-US" b="1"/>
            <a:t>Relief Agencies &amp; Hospitals</a:t>
          </a:r>
          <a:r>
            <a:rPr lang="en-US"/>
            <a:t> → Reduced delays in supply chain during emergencies</a:t>
          </a:r>
          <a:endParaRPr lang="en-IN"/>
        </a:p>
      </dgm:t>
    </dgm:pt>
    <dgm:pt modelId="{36C83ED6-81ED-492F-B01A-4AE67460980A}" type="parTrans" cxnId="{AA4ADD0A-A908-4F4C-BB4B-3073BF271F7A}">
      <dgm:prSet/>
      <dgm:spPr/>
      <dgm:t>
        <a:bodyPr/>
        <a:lstStyle/>
        <a:p>
          <a:endParaRPr lang="en-IN"/>
        </a:p>
      </dgm:t>
    </dgm:pt>
    <dgm:pt modelId="{96CE2E71-2D43-4357-BDC1-547FDC12A0C3}" type="sibTrans" cxnId="{AA4ADD0A-A908-4F4C-BB4B-3073BF271F7A}">
      <dgm:prSet/>
      <dgm:spPr/>
      <dgm:t>
        <a:bodyPr/>
        <a:lstStyle/>
        <a:p>
          <a:endParaRPr lang="en-IN"/>
        </a:p>
      </dgm:t>
    </dgm:pt>
    <dgm:pt modelId="{90A7D53E-87BF-4B3D-A0F7-D5E3C9341773}">
      <dgm:prSet/>
      <dgm:spPr/>
      <dgm:t>
        <a:bodyPr/>
        <a:lstStyle/>
        <a:p>
          <a:r>
            <a:rPr lang="en-US" b="1"/>
            <a:t>Remote Communities</a:t>
          </a:r>
          <a:r>
            <a:rPr lang="en-US"/>
            <a:t> → Connectivity and medical access where traditional transport fails</a:t>
          </a:r>
          <a:endParaRPr lang="en-IN"/>
        </a:p>
      </dgm:t>
    </dgm:pt>
    <dgm:pt modelId="{1DAD406A-4062-4780-8E53-5738219CD1B8}" type="parTrans" cxnId="{59DAE0A9-E0FF-4DE1-9A66-1938A9D0B57A}">
      <dgm:prSet/>
      <dgm:spPr/>
      <dgm:t>
        <a:bodyPr/>
        <a:lstStyle/>
        <a:p>
          <a:endParaRPr lang="en-IN"/>
        </a:p>
      </dgm:t>
    </dgm:pt>
    <dgm:pt modelId="{E17609ED-9FE7-48FF-922C-D94D43C48178}" type="sibTrans" cxnId="{59DAE0A9-E0FF-4DE1-9A66-1938A9D0B57A}">
      <dgm:prSet/>
      <dgm:spPr/>
      <dgm:t>
        <a:bodyPr/>
        <a:lstStyle/>
        <a:p>
          <a:endParaRPr lang="en-IN"/>
        </a:p>
      </dgm:t>
    </dgm:pt>
    <dgm:pt modelId="{C2D3586D-F909-4F6F-9931-CB74BDA6FB82}" type="pres">
      <dgm:prSet presAssocID="{57635515-813B-4403-87E8-673E0DC297E0}" presName="Name0" presStyleCnt="0">
        <dgm:presLayoutVars>
          <dgm:chMax val="7"/>
          <dgm:chPref val="7"/>
          <dgm:dir/>
        </dgm:presLayoutVars>
      </dgm:prSet>
      <dgm:spPr/>
    </dgm:pt>
    <dgm:pt modelId="{4A6FB936-BBE4-4235-B234-6C2159A95DAA}" type="pres">
      <dgm:prSet presAssocID="{57635515-813B-4403-87E8-673E0DC297E0}" presName="Name1" presStyleCnt="0"/>
      <dgm:spPr/>
    </dgm:pt>
    <dgm:pt modelId="{144D727F-05A1-4B5C-929A-EE052F7D9F4C}" type="pres">
      <dgm:prSet presAssocID="{57635515-813B-4403-87E8-673E0DC297E0}" presName="cycle" presStyleCnt="0"/>
      <dgm:spPr/>
    </dgm:pt>
    <dgm:pt modelId="{7AE0B18D-2787-44A7-B59D-7F6CDBE366A6}" type="pres">
      <dgm:prSet presAssocID="{57635515-813B-4403-87E8-673E0DC297E0}" presName="srcNode" presStyleLbl="node1" presStyleIdx="0" presStyleCnt="3"/>
      <dgm:spPr/>
    </dgm:pt>
    <dgm:pt modelId="{376B4873-2F4D-48AD-9C3B-3A13EC32F3E6}" type="pres">
      <dgm:prSet presAssocID="{57635515-813B-4403-87E8-673E0DC297E0}" presName="conn" presStyleLbl="parChTrans1D2" presStyleIdx="0" presStyleCnt="1"/>
      <dgm:spPr/>
    </dgm:pt>
    <dgm:pt modelId="{A0595FE2-9B57-4B13-B838-3E828A85F50D}" type="pres">
      <dgm:prSet presAssocID="{57635515-813B-4403-87E8-673E0DC297E0}" presName="extraNode" presStyleLbl="node1" presStyleIdx="0" presStyleCnt="3"/>
      <dgm:spPr/>
    </dgm:pt>
    <dgm:pt modelId="{A3CA123A-7B4A-498C-816E-93929ED38F2B}" type="pres">
      <dgm:prSet presAssocID="{57635515-813B-4403-87E8-673E0DC297E0}" presName="dstNode" presStyleLbl="node1" presStyleIdx="0" presStyleCnt="3"/>
      <dgm:spPr/>
    </dgm:pt>
    <dgm:pt modelId="{4B0FF592-668F-419F-8B4F-145D49E1EB3D}" type="pres">
      <dgm:prSet presAssocID="{88DE55E5-BF14-4ABD-99C3-F2F4F48F10FA}" presName="text_1" presStyleLbl="node1" presStyleIdx="0" presStyleCnt="3">
        <dgm:presLayoutVars>
          <dgm:bulletEnabled val="1"/>
        </dgm:presLayoutVars>
      </dgm:prSet>
      <dgm:spPr/>
    </dgm:pt>
    <dgm:pt modelId="{B5C49FD5-7984-4822-898A-BD55DCE37908}" type="pres">
      <dgm:prSet presAssocID="{88DE55E5-BF14-4ABD-99C3-F2F4F48F10FA}" presName="accent_1" presStyleCnt="0"/>
      <dgm:spPr/>
    </dgm:pt>
    <dgm:pt modelId="{AC684C8C-2928-436B-8B13-B9515EC2B5B0}" type="pres">
      <dgm:prSet presAssocID="{88DE55E5-BF14-4ABD-99C3-F2F4F48F10FA}" presName="accentRepeatNode" presStyleLbl="solidFgAcc1" presStyleIdx="0" presStyleCnt="3"/>
      <dgm:spPr>
        <a:blipFill rotWithShape="0">
          <a:blip xmlns:r="http://schemas.openxmlformats.org/officeDocument/2006/relationships" r:embed="rId1"/>
          <a:srcRect/>
          <a:stretch>
            <a:fillRect t="-4000" b="-4000"/>
          </a:stretch>
        </a:blipFill>
      </dgm:spPr>
    </dgm:pt>
    <dgm:pt modelId="{FA58FD83-835C-4F86-B5B2-121621EE592B}" type="pres">
      <dgm:prSet presAssocID="{176932CA-3630-484B-929D-8353F066952B}" presName="text_2" presStyleLbl="node1" presStyleIdx="1" presStyleCnt="3">
        <dgm:presLayoutVars>
          <dgm:bulletEnabled val="1"/>
        </dgm:presLayoutVars>
      </dgm:prSet>
      <dgm:spPr/>
    </dgm:pt>
    <dgm:pt modelId="{2A20EC54-BE11-477D-97FB-6F1C5231FAF2}" type="pres">
      <dgm:prSet presAssocID="{176932CA-3630-484B-929D-8353F066952B}" presName="accent_2" presStyleCnt="0"/>
      <dgm:spPr/>
    </dgm:pt>
    <dgm:pt modelId="{266F1C25-CDB5-4BCC-978E-C25818568C51}" type="pres">
      <dgm:prSet presAssocID="{176932CA-3630-484B-929D-8353F066952B}" presName="accentRepeatNode" presStyleLbl="solidFgAcc1" presStyleIdx="1" presStyleCnt="3"/>
      <dgm:spPr>
        <a:blipFill rotWithShape="0">
          <a:blip xmlns:r="http://schemas.openxmlformats.org/officeDocument/2006/relationships" r:embed="rId2"/>
          <a:srcRect/>
          <a:stretch>
            <a:fillRect l="-1000" r="-1000"/>
          </a:stretch>
        </a:blipFill>
      </dgm:spPr>
    </dgm:pt>
    <dgm:pt modelId="{2A13F878-877F-4C70-B025-450A99FAAD2C}" type="pres">
      <dgm:prSet presAssocID="{90A7D53E-87BF-4B3D-A0F7-D5E3C9341773}" presName="text_3" presStyleLbl="node1" presStyleIdx="2" presStyleCnt="3">
        <dgm:presLayoutVars>
          <dgm:bulletEnabled val="1"/>
        </dgm:presLayoutVars>
      </dgm:prSet>
      <dgm:spPr/>
    </dgm:pt>
    <dgm:pt modelId="{6B3C74A5-ABFF-4957-8960-DFC4A7704D69}" type="pres">
      <dgm:prSet presAssocID="{90A7D53E-87BF-4B3D-A0F7-D5E3C9341773}" presName="accent_3" presStyleCnt="0"/>
      <dgm:spPr/>
    </dgm:pt>
    <dgm:pt modelId="{1FE02311-B4B9-45F0-965C-A92E14EB2E57}" type="pres">
      <dgm:prSet presAssocID="{90A7D53E-87BF-4B3D-A0F7-D5E3C9341773}" presName="accentRepeatNode" presStyleLbl="solidFgAcc1" presStyleIdx="2" presStyleCnt="3"/>
      <dgm:spPr>
        <a:blipFill rotWithShape="0">
          <a:blip xmlns:r="http://schemas.openxmlformats.org/officeDocument/2006/relationships" r:embed="rId3"/>
          <a:srcRect/>
          <a:stretch>
            <a:fillRect t="-2000" b="-2000"/>
          </a:stretch>
        </a:blipFill>
      </dgm:spPr>
    </dgm:pt>
  </dgm:ptLst>
  <dgm:cxnLst>
    <dgm:cxn modelId="{AA4ADD0A-A908-4F4C-BB4B-3073BF271F7A}" srcId="{57635515-813B-4403-87E8-673E0DC297E0}" destId="{176932CA-3630-484B-929D-8353F066952B}" srcOrd="1" destOrd="0" parTransId="{36C83ED6-81ED-492F-B01A-4AE67460980A}" sibTransId="{96CE2E71-2D43-4357-BDC1-547FDC12A0C3}"/>
    <dgm:cxn modelId="{2A9F0527-8289-4AE1-BB56-9344935EB855}" srcId="{57635515-813B-4403-87E8-673E0DC297E0}" destId="{88DE55E5-BF14-4ABD-99C3-F2F4F48F10FA}" srcOrd="0" destOrd="0" parTransId="{C3BAAE0F-E4B8-421F-80EB-22F49827B370}" sibTransId="{CF454C4E-8139-4039-96EA-E699D09AC120}"/>
    <dgm:cxn modelId="{492E2432-6645-4048-882A-D7C9555EB10A}" type="presOf" srcId="{57635515-813B-4403-87E8-673E0DC297E0}" destId="{C2D3586D-F909-4F6F-9931-CB74BDA6FB82}" srcOrd="0" destOrd="0" presId="urn:microsoft.com/office/officeart/2008/layout/VerticalCurvedList"/>
    <dgm:cxn modelId="{2ED51747-736B-4051-AA6E-0BD7C8F821D8}" type="presOf" srcId="{88DE55E5-BF14-4ABD-99C3-F2F4F48F10FA}" destId="{4B0FF592-668F-419F-8B4F-145D49E1EB3D}" srcOrd="0" destOrd="0" presId="urn:microsoft.com/office/officeart/2008/layout/VerticalCurvedList"/>
    <dgm:cxn modelId="{570AB083-F821-4C1D-AD30-46B4AD9ED60E}" type="presOf" srcId="{90A7D53E-87BF-4B3D-A0F7-D5E3C9341773}" destId="{2A13F878-877F-4C70-B025-450A99FAAD2C}" srcOrd="0" destOrd="0" presId="urn:microsoft.com/office/officeart/2008/layout/VerticalCurvedList"/>
    <dgm:cxn modelId="{661FAC9C-21C6-41D9-84F8-608037982F0F}" type="presOf" srcId="{CF454C4E-8139-4039-96EA-E699D09AC120}" destId="{376B4873-2F4D-48AD-9C3B-3A13EC32F3E6}" srcOrd="0" destOrd="0" presId="urn:microsoft.com/office/officeart/2008/layout/VerticalCurvedList"/>
    <dgm:cxn modelId="{59DAE0A9-E0FF-4DE1-9A66-1938A9D0B57A}" srcId="{57635515-813B-4403-87E8-673E0DC297E0}" destId="{90A7D53E-87BF-4B3D-A0F7-D5E3C9341773}" srcOrd="2" destOrd="0" parTransId="{1DAD406A-4062-4780-8E53-5738219CD1B8}" sibTransId="{E17609ED-9FE7-48FF-922C-D94D43C48178}"/>
    <dgm:cxn modelId="{9E7BE6C2-4B71-4B86-A129-91583E007F83}" type="presOf" srcId="{176932CA-3630-484B-929D-8353F066952B}" destId="{FA58FD83-835C-4F86-B5B2-121621EE592B}" srcOrd="0" destOrd="0" presId="urn:microsoft.com/office/officeart/2008/layout/VerticalCurvedList"/>
    <dgm:cxn modelId="{9111D64E-62EF-4F9F-ACF8-995A7B290578}" type="presParOf" srcId="{C2D3586D-F909-4F6F-9931-CB74BDA6FB82}" destId="{4A6FB936-BBE4-4235-B234-6C2159A95DAA}" srcOrd="0" destOrd="0" presId="urn:microsoft.com/office/officeart/2008/layout/VerticalCurvedList"/>
    <dgm:cxn modelId="{1E1E1893-CF62-4754-9151-B1B2B7FC74FB}" type="presParOf" srcId="{4A6FB936-BBE4-4235-B234-6C2159A95DAA}" destId="{144D727F-05A1-4B5C-929A-EE052F7D9F4C}" srcOrd="0" destOrd="0" presId="urn:microsoft.com/office/officeart/2008/layout/VerticalCurvedList"/>
    <dgm:cxn modelId="{C3F6759A-1713-4C34-B208-6B2BE0771633}" type="presParOf" srcId="{144D727F-05A1-4B5C-929A-EE052F7D9F4C}" destId="{7AE0B18D-2787-44A7-B59D-7F6CDBE366A6}" srcOrd="0" destOrd="0" presId="urn:microsoft.com/office/officeart/2008/layout/VerticalCurvedList"/>
    <dgm:cxn modelId="{205E576C-50E0-4624-A53F-15FF14094CC3}" type="presParOf" srcId="{144D727F-05A1-4B5C-929A-EE052F7D9F4C}" destId="{376B4873-2F4D-48AD-9C3B-3A13EC32F3E6}" srcOrd="1" destOrd="0" presId="urn:microsoft.com/office/officeart/2008/layout/VerticalCurvedList"/>
    <dgm:cxn modelId="{BE1C6F68-A18A-4A0E-8016-FB6C82E8BD77}" type="presParOf" srcId="{144D727F-05A1-4B5C-929A-EE052F7D9F4C}" destId="{A0595FE2-9B57-4B13-B838-3E828A85F50D}" srcOrd="2" destOrd="0" presId="urn:microsoft.com/office/officeart/2008/layout/VerticalCurvedList"/>
    <dgm:cxn modelId="{0D47095A-4930-4DF9-A93C-0CD8B077719E}" type="presParOf" srcId="{144D727F-05A1-4B5C-929A-EE052F7D9F4C}" destId="{A3CA123A-7B4A-498C-816E-93929ED38F2B}" srcOrd="3" destOrd="0" presId="urn:microsoft.com/office/officeart/2008/layout/VerticalCurvedList"/>
    <dgm:cxn modelId="{49A45B79-2706-4935-9FEE-BB7643B1AAAB}" type="presParOf" srcId="{4A6FB936-BBE4-4235-B234-6C2159A95DAA}" destId="{4B0FF592-668F-419F-8B4F-145D49E1EB3D}" srcOrd="1" destOrd="0" presId="urn:microsoft.com/office/officeart/2008/layout/VerticalCurvedList"/>
    <dgm:cxn modelId="{FE227A46-2456-4025-859B-7A136E3120DD}" type="presParOf" srcId="{4A6FB936-BBE4-4235-B234-6C2159A95DAA}" destId="{B5C49FD5-7984-4822-898A-BD55DCE37908}" srcOrd="2" destOrd="0" presId="urn:microsoft.com/office/officeart/2008/layout/VerticalCurvedList"/>
    <dgm:cxn modelId="{0CEBD2EF-A509-4A7E-AC1D-52C799F4212F}" type="presParOf" srcId="{B5C49FD5-7984-4822-898A-BD55DCE37908}" destId="{AC684C8C-2928-436B-8B13-B9515EC2B5B0}" srcOrd="0" destOrd="0" presId="urn:microsoft.com/office/officeart/2008/layout/VerticalCurvedList"/>
    <dgm:cxn modelId="{6EEFF5F8-93EF-4C3E-B3F3-5930BDF63A22}" type="presParOf" srcId="{4A6FB936-BBE4-4235-B234-6C2159A95DAA}" destId="{FA58FD83-835C-4F86-B5B2-121621EE592B}" srcOrd="3" destOrd="0" presId="urn:microsoft.com/office/officeart/2008/layout/VerticalCurvedList"/>
    <dgm:cxn modelId="{30E18A4F-4CD2-4DD4-9C92-C4D00DF0DB04}" type="presParOf" srcId="{4A6FB936-BBE4-4235-B234-6C2159A95DAA}" destId="{2A20EC54-BE11-477D-97FB-6F1C5231FAF2}" srcOrd="4" destOrd="0" presId="urn:microsoft.com/office/officeart/2008/layout/VerticalCurvedList"/>
    <dgm:cxn modelId="{5FF339E5-0B9B-430C-827A-1BE4E433C136}" type="presParOf" srcId="{2A20EC54-BE11-477D-97FB-6F1C5231FAF2}" destId="{266F1C25-CDB5-4BCC-978E-C25818568C51}" srcOrd="0" destOrd="0" presId="urn:microsoft.com/office/officeart/2008/layout/VerticalCurvedList"/>
    <dgm:cxn modelId="{76F1CC0F-4844-4557-800E-B395BA119764}" type="presParOf" srcId="{4A6FB936-BBE4-4235-B234-6C2159A95DAA}" destId="{2A13F878-877F-4C70-B025-450A99FAAD2C}" srcOrd="5" destOrd="0" presId="urn:microsoft.com/office/officeart/2008/layout/VerticalCurvedList"/>
    <dgm:cxn modelId="{3BD4564F-AA76-48EF-9129-002E96BC4CA5}" type="presParOf" srcId="{4A6FB936-BBE4-4235-B234-6C2159A95DAA}" destId="{6B3C74A5-ABFF-4957-8960-DFC4A7704D69}" srcOrd="6" destOrd="0" presId="urn:microsoft.com/office/officeart/2008/layout/VerticalCurvedList"/>
    <dgm:cxn modelId="{235173C1-3533-4F1B-AE37-E9294292AD8C}" type="presParOf" srcId="{6B3C74A5-ABFF-4957-8960-DFC4A7704D69}" destId="{1FE02311-B4B9-45F0-965C-A92E14EB2E5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B04F3B2-8D06-4C6B-B59A-E307753BAA32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67F1843-7863-4C88-B606-47B6E8C8B2AD}">
      <dgm:prSet/>
      <dgm:spPr/>
      <dgm:t>
        <a:bodyPr/>
        <a:lstStyle/>
        <a:p>
          <a:endParaRPr lang="en-US"/>
        </a:p>
      </dgm:t>
    </dgm:pt>
    <dgm:pt modelId="{0855624D-B004-4C4A-8966-68212D57879F}" type="parTrans" cxnId="{4030B3F7-8307-4E64-85AB-471662E1CA33}">
      <dgm:prSet/>
      <dgm:spPr/>
      <dgm:t>
        <a:bodyPr/>
        <a:lstStyle/>
        <a:p>
          <a:endParaRPr lang="en-IN"/>
        </a:p>
      </dgm:t>
    </dgm:pt>
    <dgm:pt modelId="{AEF90040-3581-4391-B642-FB30A11AE181}" type="sibTrans" cxnId="{4030B3F7-8307-4E64-85AB-471662E1CA33}">
      <dgm:prSet/>
      <dgm:spPr/>
      <dgm:t>
        <a:bodyPr/>
        <a:lstStyle/>
        <a:p>
          <a:endParaRPr lang="en-IN"/>
        </a:p>
      </dgm:t>
    </dgm:pt>
    <dgm:pt modelId="{9B94839C-5F4A-464D-B044-9F2698028F44}">
      <dgm:prSet/>
      <dgm:spPr/>
      <dgm:t>
        <a:bodyPr/>
        <a:lstStyle/>
        <a:p>
          <a:endParaRPr lang="en-US"/>
        </a:p>
      </dgm:t>
    </dgm:pt>
    <dgm:pt modelId="{52B79090-C829-4585-8BA7-8747A08DEEA9}" type="parTrans" cxnId="{67B524B2-2D0F-41E6-B795-E18F7D02CAB9}">
      <dgm:prSet/>
      <dgm:spPr/>
      <dgm:t>
        <a:bodyPr/>
        <a:lstStyle/>
        <a:p>
          <a:endParaRPr lang="en-IN"/>
        </a:p>
      </dgm:t>
    </dgm:pt>
    <dgm:pt modelId="{DE68B9EE-75E8-46C2-9AC6-6E7976351643}" type="sibTrans" cxnId="{67B524B2-2D0F-41E6-B795-E18F7D02CAB9}">
      <dgm:prSet/>
      <dgm:spPr/>
      <dgm:t>
        <a:bodyPr/>
        <a:lstStyle/>
        <a:p>
          <a:endParaRPr lang="en-IN"/>
        </a:p>
      </dgm:t>
    </dgm:pt>
    <dgm:pt modelId="{7B73103F-3CA3-412E-B331-79688E22032B}">
      <dgm:prSet/>
      <dgm:spPr/>
      <dgm:t>
        <a:bodyPr/>
        <a:lstStyle/>
        <a:p>
          <a:endParaRPr lang="en-US"/>
        </a:p>
      </dgm:t>
    </dgm:pt>
    <dgm:pt modelId="{0A62BBFF-0552-445A-ACC4-2E91B3D51330}" type="parTrans" cxnId="{7941F320-0277-477C-943C-5011C24C633B}">
      <dgm:prSet/>
      <dgm:spPr/>
      <dgm:t>
        <a:bodyPr/>
        <a:lstStyle/>
        <a:p>
          <a:endParaRPr lang="en-IN"/>
        </a:p>
      </dgm:t>
    </dgm:pt>
    <dgm:pt modelId="{4ADEA8BF-6D6D-4CDF-BD60-A6686B18CF71}" type="sibTrans" cxnId="{7941F320-0277-477C-943C-5011C24C633B}">
      <dgm:prSet/>
      <dgm:spPr/>
      <dgm:t>
        <a:bodyPr/>
        <a:lstStyle/>
        <a:p>
          <a:endParaRPr lang="en-IN"/>
        </a:p>
      </dgm:t>
    </dgm:pt>
    <dgm:pt modelId="{D0831542-9794-4555-BF3B-86D6D3924119}">
      <dgm:prSet/>
      <dgm:spPr/>
      <dgm:t>
        <a:bodyPr/>
        <a:lstStyle/>
        <a:p>
          <a:endParaRPr lang="en-US"/>
        </a:p>
      </dgm:t>
    </dgm:pt>
    <dgm:pt modelId="{5E7722D4-52A1-44CB-A557-109FDA38A9FE}" type="parTrans" cxnId="{69EAA6D7-8207-450F-ACAD-446AD9E3DB40}">
      <dgm:prSet/>
      <dgm:spPr/>
      <dgm:t>
        <a:bodyPr/>
        <a:lstStyle/>
        <a:p>
          <a:endParaRPr lang="en-IN"/>
        </a:p>
      </dgm:t>
    </dgm:pt>
    <dgm:pt modelId="{85D33B7D-BA11-4B2D-9C22-88AA14CACBA4}" type="sibTrans" cxnId="{69EAA6D7-8207-450F-ACAD-446AD9E3DB40}">
      <dgm:prSet/>
      <dgm:spPr/>
      <dgm:t>
        <a:bodyPr/>
        <a:lstStyle/>
        <a:p>
          <a:endParaRPr lang="en-IN"/>
        </a:p>
      </dgm:t>
    </dgm:pt>
    <dgm:pt modelId="{B2D21810-8597-49B1-A26E-67ED675939F6}">
      <dgm:prSet/>
      <dgm:spPr/>
      <dgm:t>
        <a:bodyPr/>
        <a:lstStyle/>
        <a:p>
          <a:endParaRPr lang="en-US"/>
        </a:p>
      </dgm:t>
    </dgm:pt>
    <dgm:pt modelId="{A0FBC2C9-3812-4A4D-9B10-21DDDF881B74}" type="parTrans" cxnId="{9415120F-CA84-4657-9B28-BA4A5A11C3B2}">
      <dgm:prSet/>
      <dgm:spPr/>
      <dgm:t>
        <a:bodyPr/>
        <a:lstStyle/>
        <a:p>
          <a:endParaRPr lang="en-IN"/>
        </a:p>
      </dgm:t>
    </dgm:pt>
    <dgm:pt modelId="{4F1B510B-2074-4C56-BC3D-2876BA28A656}" type="sibTrans" cxnId="{9415120F-CA84-4657-9B28-BA4A5A11C3B2}">
      <dgm:prSet/>
      <dgm:spPr/>
      <dgm:t>
        <a:bodyPr/>
        <a:lstStyle/>
        <a:p>
          <a:endParaRPr lang="en-IN"/>
        </a:p>
      </dgm:t>
    </dgm:pt>
    <dgm:pt modelId="{1BAB9BB7-7B07-4501-948D-F63D0A5493F4}">
      <dgm:prSet/>
      <dgm:spPr/>
      <dgm:t>
        <a:bodyPr/>
        <a:lstStyle/>
        <a:p>
          <a:endParaRPr lang="en-US"/>
        </a:p>
      </dgm:t>
    </dgm:pt>
    <dgm:pt modelId="{0CDAAF82-157A-4AE1-953F-D53026979FA1}" type="parTrans" cxnId="{51C3B00D-6673-41E0-8D1E-9A2714907482}">
      <dgm:prSet/>
      <dgm:spPr/>
      <dgm:t>
        <a:bodyPr/>
        <a:lstStyle/>
        <a:p>
          <a:endParaRPr lang="en-IN"/>
        </a:p>
      </dgm:t>
    </dgm:pt>
    <dgm:pt modelId="{CF86D606-4C30-48E6-83E0-717F6C4FB165}" type="sibTrans" cxnId="{51C3B00D-6673-41E0-8D1E-9A2714907482}">
      <dgm:prSet/>
      <dgm:spPr/>
      <dgm:t>
        <a:bodyPr/>
        <a:lstStyle/>
        <a:p>
          <a:endParaRPr lang="en-IN"/>
        </a:p>
      </dgm:t>
    </dgm:pt>
    <dgm:pt modelId="{595D40D9-3000-414D-8C01-BEE26FAC47E3}">
      <dgm:prSet/>
      <dgm:spPr/>
      <dgm:t>
        <a:bodyPr/>
        <a:lstStyle/>
        <a:p>
          <a:endParaRPr lang="en-US"/>
        </a:p>
      </dgm:t>
    </dgm:pt>
    <dgm:pt modelId="{A8487A18-0FFF-4CB4-AE2E-CF1BFF146084}" type="parTrans" cxnId="{8B3025F7-E9EA-460D-8DB9-84380077C485}">
      <dgm:prSet/>
      <dgm:spPr/>
      <dgm:t>
        <a:bodyPr/>
        <a:lstStyle/>
        <a:p>
          <a:endParaRPr lang="en-IN"/>
        </a:p>
      </dgm:t>
    </dgm:pt>
    <dgm:pt modelId="{409CBCCC-05D4-4C95-8CE5-339B63B2E0D3}" type="sibTrans" cxnId="{8B3025F7-E9EA-460D-8DB9-84380077C485}">
      <dgm:prSet/>
      <dgm:spPr/>
      <dgm:t>
        <a:bodyPr/>
        <a:lstStyle/>
        <a:p>
          <a:endParaRPr lang="en-IN"/>
        </a:p>
      </dgm:t>
    </dgm:pt>
    <dgm:pt modelId="{6D8DF806-21CD-4CDD-9669-846C5A5CED29}">
      <dgm:prSet/>
      <dgm:spPr/>
      <dgm:t>
        <a:bodyPr/>
        <a:lstStyle/>
        <a:p>
          <a:endParaRPr lang="en-US"/>
        </a:p>
      </dgm:t>
    </dgm:pt>
    <dgm:pt modelId="{AD65C51E-7C65-46FB-B98B-C484A3D76351}" type="parTrans" cxnId="{A3CA193B-1ADB-423E-A633-06A6E13D5C59}">
      <dgm:prSet/>
      <dgm:spPr/>
      <dgm:t>
        <a:bodyPr/>
        <a:lstStyle/>
        <a:p>
          <a:endParaRPr lang="en-IN"/>
        </a:p>
      </dgm:t>
    </dgm:pt>
    <dgm:pt modelId="{4F1B2751-3C2D-470A-9680-B4D759AE3064}" type="sibTrans" cxnId="{A3CA193B-1ADB-423E-A633-06A6E13D5C59}">
      <dgm:prSet/>
      <dgm:spPr/>
      <dgm:t>
        <a:bodyPr/>
        <a:lstStyle/>
        <a:p>
          <a:endParaRPr lang="en-IN"/>
        </a:p>
      </dgm:t>
    </dgm:pt>
    <dgm:pt modelId="{2C77A95C-939A-4ED3-AE78-28AED85CE5C4}">
      <dgm:prSet/>
      <dgm:spPr/>
      <dgm:t>
        <a:bodyPr/>
        <a:lstStyle/>
        <a:p>
          <a:endParaRPr lang="en-US"/>
        </a:p>
      </dgm:t>
    </dgm:pt>
    <dgm:pt modelId="{9439AD93-5B07-4C2B-AB73-436FCEA3D0FA}" type="parTrans" cxnId="{7BC766DC-496D-4531-93F7-C9DAA35FE627}">
      <dgm:prSet/>
      <dgm:spPr/>
      <dgm:t>
        <a:bodyPr/>
        <a:lstStyle/>
        <a:p>
          <a:endParaRPr lang="en-IN"/>
        </a:p>
      </dgm:t>
    </dgm:pt>
    <dgm:pt modelId="{A9A28231-4D5E-4F69-AC2E-5E78AA6EA62C}" type="sibTrans" cxnId="{7BC766DC-496D-4531-93F7-C9DAA35FE627}">
      <dgm:prSet/>
      <dgm:spPr/>
      <dgm:t>
        <a:bodyPr/>
        <a:lstStyle/>
        <a:p>
          <a:endParaRPr lang="en-IN"/>
        </a:p>
      </dgm:t>
    </dgm:pt>
    <dgm:pt modelId="{DA5F3CB9-3FEB-40E6-B189-3E25313B153D}">
      <dgm:prSet custT="1"/>
      <dgm:spPr/>
      <dgm:t>
        <a:bodyPr/>
        <a:lstStyle/>
        <a:p>
          <a:r>
            <a:rPr lang="en-US" sz="2800"/>
            <a:t>Benefits</a:t>
          </a:r>
          <a:endParaRPr lang="en-IN" sz="2800"/>
        </a:p>
      </dgm:t>
    </dgm:pt>
    <dgm:pt modelId="{E8880204-71AC-4964-A395-962754CE18A6}" type="parTrans" cxnId="{E88872AC-EFE4-4DCC-9D0A-4A24BB5F7A80}">
      <dgm:prSet/>
      <dgm:spPr/>
      <dgm:t>
        <a:bodyPr/>
        <a:lstStyle/>
        <a:p>
          <a:endParaRPr lang="en-IN"/>
        </a:p>
      </dgm:t>
    </dgm:pt>
    <dgm:pt modelId="{0A1F3145-D4E9-4205-821A-4A1FAA95465D}" type="sibTrans" cxnId="{E88872AC-EFE4-4DCC-9D0A-4A24BB5F7A80}">
      <dgm:prSet/>
      <dgm:spPr/>
      <dgm:t>
        <a:bodyPr/>
        <a:lstStyle/>
        <a:p>
          <a:endParaRPr lang="en-IN"/>
        </a:p>
      </dgm:t>
    </dgm:pt>
    <dgm:pt modelId="{48A33D90-63ED-4189-BA06-B7EBC5DB1457}">
      <dgm:prSet custT="1"/>
      <dgm:spPr/>
      <dgm:t>
        <a:bodyPr/>
        <a:lstStyle/>
        <a:p>
          <a:pPr>
            <a:buNone/>
          </a:pPr>
          <a:r>
            <a:rPr lang="en-IN" sz="2800" b="1"/>
            <a:t>Social:</a:t>
          </a:r>
          <a:endParaRPr lang="en-IN" sz="3500" b="1"/>
        </a:p>
        <a:p>
          <a:pPr>
            <a:buNone/>
          </a:pPr>
          <a:r>
            <a:rPr lang="en-IN" sz="1800"/>
            <a:t>Cuts response time, saving lives and strengthening community resilience</a:t>
          </a:r>
        </a:p>
      </dgm:t>
    </dgm:pt>
    <dgm:pt modelId="{EAC31C31-BEFB-40C8-BE1B-430D1D2B7690}" type="parTrans" cxnId="{4DFCFC0B-4527-4F6B-A6E7-7E36680D7DFD}">
      <dgm:prSet/>
      <dgm:spPr/>
      <dgm:t>
        <a:bodyPr/>
        <a:lstStyle/>
        <a:p>
          <a:endParaRPr lang="en-IN"/>
        </a:p>
      </dgm:t>
    </dgm:pt>
    <dgm:pt modelId="{3AB03C1F-3245-4C93-B10A-C8A9ED9872CC}" type="sibTrans" cxnId="{4DFCFC0B-4527-4F6B-A6E7-7E36680D7DFD}">
      <dgm:prSet/>
      <dgm:spPr/>
      <dgm:t>
        <a:bodyPr/>
        <a:lstStyle/>
        <a:p>
          <a:endParaRPr lang="en-IN"/>
        </a:p>
      </dgm:t>
    </dgm:pt>
    <dgm:pt modelId="{521911B1-A125-4857-B090-658C5699868C}">
      <dgm:prSet custT="1"/>
      <dgm:spPr/>
      <dgm:t>
        <a:bodyPr/>
        <a:lstStyle/>
        <a:p>
          <a:r>
            <a:rPr lang="en-US" sz="2800" b="1"/>
            <a:t>Economic:</a:t>
          </a:r>
          <a:endParaRPr lang="en-US" sz="2800" b="0"/>
        </a:p>
        <a:p>
          <a:r>
            <a:rPr lang="en-US" sz="2000" b="0"/>
            <a:t>Reduces disaster relief costs with scalable, efficient deployment.</a:t>
          </a:r>
          <a:endParaRPr lang="en-IN" sz="2000" b="1"/>
        </a:p>
      </dgm:t>
    </dgm:pt>
    <dgm:pt modelId="{0BE7C893-2DC1-420F-99AC-F34A05D6EBFF}" type="parTrans" cxnId="{825937E3-1AE8-4AD0-A688-DCDE79BB1237}">
      <dgm:prSet/>
      <dgm:spPr/>
      <dgm:t>
        <a:bodyPr/>
        <a:lstStyle/>
        <a:p>
          <a:endParaRPr lang="en-IN"/>
        </a:p>
      </dgm:t>
    </dgm:pt>
    <dgm:pt modelId="{AABC90E9-C700-4E44-BFDA-E811F230F31C}" type="sibTrans" cxnId="{825937E3-1AE8-4AD0-A688-DCDE79BB1237}">
      <dgm:prSet/>
      <dgm:spPr/>
      <dgm:t>
        <a:bodyPr/>
        <a:lstStyle/>
        <a:p>
          <a:endParaRPr lang="en-IN"/>
        </a:p>
      </dgm:t>
    </dgm:pt>
    <dgm:pt modelId="{BBD3CB5F-A739-4677-91E9-773938530881}">
      <dgm:prSet custT="1"/>
      <dgm:spPr/>
      <dgm:t>
        <a:bodyPr/>
        <a:lstStyle/>
        <a:p>
          <a:r>
            <a:rPr lang="en-US" sz="2800"/>
            <a:t>Environmental:</a:t>
          </a:r>
        </a:p>
        <a:p>
          <a:r>
            <a:rPr lang="en-US" sz="2000"/>
            <a:t>Electric, eco-friendly operations protect fragile ecosystems.</a:t>
          </a:r>
          <a:endParaRPr lang="en-IN" sz="2000"/>
        </a:p>
      </dgm:t>
    </dgm:pt>
    <dgm:pt modelId="{8FCF91A9-2809-4B91-A8F3-9626910A162A}" type="parTrans" cxnId="{DA97D81A-90F7-4F0E-8BBC-8F7D74EBB8A0}">
      <dgm:prSet/>
      <dgm:spPr/>
      <dgm:t>
        <a:bodyPr/>
        <a:lstStyle/>
        <a:p>
          <a:endParaRPr lang="en-IN"/>
        </a:p>
      </dgm:t>
    </dgm:pt>
    <dgm:pt modelId="{BFDD1693-EB3F-470F-9976-507FF7A9E0A2}" type="sibTrans" cxnId="{DA97D81A-90F7-4F0E-8BBC-8F7D74EBB8A0}">
      <dgm:prSet/>
      <dgm:spPr/>
      <dgm:t>
        <a:bodyPr/>
        <a:lstStyle/>
        <a:p>
          <a:endParaRPr lang="en-IN"/>
        </a:p>
      </dgm:t>
    </dgm:pt>
    <dgm:pt modelId="{340F201B-EE14-4E09-B59D-8AF641FA05EA}">
      <dgm:prSet custT="1"/>
      <dgm:spPr/>
      <dgm:t>
        <a:bodyPr/>
        <a:lstStyle/>
        <a:p>
          <a:r>
            <a:rPr lang="en-US" sz="2800"/>
            <a:t>Technological:</a:t>
          </a:r>
        </a:p>
        <a:p>
          <a:r>
            <a:rPr lang="en-IN" sz="2000"/>
            <a:t>Boosts indigenous innovation with custom avionics and autonomy.</a:t>
          </a:r>
        </a:p>
      </dgm:t>
    </dgm:pt>
    <dgm:pt modelId="{9BB04B32-B905-40EE-9245-916ACBF64DEC}" type="parTrans" cxnId="{428E1310-34CD-4522-A87F-5205E27DBCB1}">
      <dgm:prSet/>
      <dgm:spPr/>
      <dgm:t>
        <a:bodyPr/>
        <a:lstStyle/>
        <a:p>
          <a:endParaRPr lang="en-IN"/>
        </a:p>
      </dgm:t>
    </dgm:pt>
    <dgm:pt modelId="{635F61BE-33A1-4DA1-B865-2CEA09A4B88B}" type="sibTrans" cxnId="{428E1310-34CD-4522-A87F-5205E27DBCB1}">
      <dgm:prSet/>
      <dgm:spPr/>
      <dgm:t>
        <a:bodyPr/>
        <a:lstStyle/>
        <a:p>
          <a:endParaRPr lang="en-IN"/>
        </a:p>
      </dgm:t>
    </dgm:pt>
    <dgm:pt modelId="{D33E5181-04D7-4B52-92A1-D70FBAD0CE1B}" type="pres">
      <dgm:prSet presAssocID="{6B04F3B2-8D06-4C6B-B59A-E307753BAA32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C839712-0469-4EE6-8E74-CDB80FB680DF}" type="pres">
      <dgm:prSet presAssocID="{6B04F3B2-8D06-4C6B-B59A-E307753BAA32}" presName="matrix" presStyleCnt="0"/>
      <dgm:spPr/>
    </dgm:pt>
    <dgm:pt modelId="{D2644853-4557-45A0-ABDA-DF3971DD0A32}" type="pres">
      <dgm:prSet presAssocID="{6B04F3B2-8D06-4C6B-B59A-E307753BAA32}" presName="tile1" presStyleLbl="node1" presStyleIdx="0" presStyleCnt="4"/>
      <dgm:spPr/>
    </dgm:pt>
    <dgm:pt modelId="{C9283400-4451-43C2-BD24-2AAA05068270}" type="pres">
      <dgm:prSet presAssocID="{6B04F3B2-8D06-4C6B-B59A-E307753BAA32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AD26C5A-6046-4CFA-97DA-039284ED2AB1}" type="pres">
      <dgm:prSet presAssocID="{6B04F3B2-8D06-4C6B-B59A-E307753BAA32}" presName="tile2" presStyleLbl="node1" presStyleIdx="1" presStyleCnt="4"/>
      <dgm:spPr/>
    </dgm:pt>
    <dgm:pt modelId="{008371D4-ECCF-4397-9C72-4BDAC3CF6C44}" type="pres">
      <dgm:prSet presAssocID="{6B04F3B2-8D06-4C6B-B59A-E307753BAA32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B290A3F-CB7D-417B-94EB-F2EF56140AED}" type="pres">
      <dgm:prSet presAssocID="{6B04F3B2-8D06-4C6B-B59A-E307753BAA32}" presName="tile3" presStyleLbl="node1" presStyleIdx="2" presStyleCnt="4"/>
      <dgm:spPr/>
    </dgm:pt>
    <dgm:pt modelId="{F44994E0-2787-44B8-B126-3EFB184EC03E}" type="pres">
      <dgm:prSet presAssocID="{6B04F3B2-8D06-4C6B-B59A-E307753BAA32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87D0076-23DA-46ED-88A8-DF66975519EC}" type="pres">
      <dgm:prSet presAssocID="{6B04F3B2-8D06-4C6B-B59A-E307753BAA32}" presName="tile4" presStyleLbl="node1" presStyleIdx="3" presStyleCnt="4"/>
      <dgm:spPr/>
    </dgm:pt>
    <dgm:pt modelId="{C5498FFF-DC3C-49A4-878D-6865EBC1BF79}" type="pres">
      <dgm:prSet presAssocID="{6B04F3B2-8D06-4C6B-B59A-E307753BAA32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CBE6FAEB-036C-47B0-9533-FFACF889DE42}" type="pres">
      <dgm:prSet presAssocID="{6B04F3B2-8D06-4C6B-B59A-E307753BAA32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2EB7B805-4565-4C88-87EC-68233D6FB2C0}" type="presOf" srcId="{48A33D90-63ED-4189-BA06-B7EBC5DB1457}" destId="{D2644853-4557-45A0-ABDA-DF3971DD0A32}" srcOrd="0" destOrd="0" presId="urn:microsoft.com/office/officeart/2005/8/layout/matrix1"/>
    <dgm:cxn modelId="{4DFCFC0B-4527-4F6B-A6E7-7E36680D7DFD}" srcId="{DA5F3CB9-3FEB-40E6-B189-3E25313B153D}" destId="{48A33D90-63ED-4189-BA06-B7EBC5DB1457}" srcOrd="0" destOrd="0" parTransId="{EAC31C31-BEFB-40C8-BE1B-430D1D2B7690}" sibTransId="{3AB03C1F-3245-4C93-B10A-C8A9ED9872CC}"/>
    <dgm:cxn modelId="{51C3B00D-6673-41E0-8D1E-9A2714907482}" srcId="{6B04F3B2-8D06-4C6B-B59A-E307753BAA32}" destId="{1BAB9BB7-7B07-4501-948D-F63D0A5493F4}" srcOrd="7" destOrd="0" parTransId="{0CDAAF82-157A-4AE1-953F-D53026979FA1}" sibTransId="{CF86D606-4C30-48E6-83E0-717F6C4FB165}"/>
    <dgm:cxn modelId="{9415120F-CA84-4657-9B28-BA4A5A11C3B2}" srcId="{6B04F3B2-8D06-4C6B-B59A-E307753BAA32}" destId="{B2D21810-8597-49B1-A26E-67ED675939F6}" srcOrd="6" destOrd="0" parTransId="{A0FBC2C9-3812-4A4D-9B10-21DDDF881B74}" sibTransId="{4F1B510B-2074-4C56-BC3D-2876BA28A656}"/>
    <dgm:cxn modelId="{428E1310-34CD-4522-A87F-5205E27DBCB1}" srcId="{DA5F3CB9-3FEB-40E6-B189-3E25313B153D}" destId="{340F201B-EE14-4E09-B59D-8AF641FA05EA}" srcOrd="3" destOrd="0" parTransId="{9BB04B32-B905-40EE-9245-916ACBF64DEC}" sibTransId="{635F61BE-33A1-4DA1-B865-2CEA09A4B88B}"/>
    <dgm:cxn modelId="{DA97D81A-90F7-4F0E-8BBC-8F7D74EBB8A0}" srcId="{DA5F3CB9-3FEB-40E6-B189-3E25313B153D}" destId="{BBD3CB5F-A739-4677-91E9-773938530881}" srcOrd="2" destOrd="0" parTransId="{8FCF91A9-2809-4B91-A8F3-9626910A162A}" sibTransId="{BFDD1693-EB3F-470F-9976-507FF7A9E0A2}"/>
    <dgm:cxn modelId="{7941F320-0277-477C-943C-5011C24C633B}" srcId="{6B04F3B2-8D06-4C6B-B59A-E307753BAA32}" destId="{7B73103F-3CA3-412E-B331-79688E22032B}" srcOrd="4" destOrd="0" parTransId="{0A62BBFF-0552-445A-ACC4-2E91B3D51330}" sibTransId="{4ADEA8BF-6D6D-4CDF-BD60-A6686B18CF71}"/>
    <dgm:cxn modelId="{14E34A24-A30D-4A76-841C-472907506DDB}" type="presOf" srcId="{340F201B-EE14-4E09-B59D-8AF641FA05EA}" destId="{C5498FFF-DC3C-49A4-878D-6865EBC1BF79}" srcOrd="1" destOrd="0" presId="urn:microsoft.com/office/officeart/2005/8/layout/matrix1"/>
    <dgm:cxn modelId="{A3CA193B-1ADB-423E-A633-06A6E13D5C59}" srcId="{6B04F3B2-8D06-4C6B-B59A-E307753BAA32}" destId="{6D8DF806-21CD-4CDD-9669-846C5A5CED29}" srcOrd="2" destOrd="0" parTransId="{AD65C51E-7C65-46FB-B98B-C484A3D76351}" sibTransId="{4F1B2751-3C2D-470A-9680-B4D759AE3064}"/>
    <dgm:cxn modelId="{5EA2C95D-9EF7-4906-92FB-F52D540DB1A0}" type="presOf" srcId="{BBD3CB5F-A739-4677-91E9-773938530881}" destId="{AB290A3F-CB7D-417B-94EB-F2EF56140AED}" srcOrd="0" destOrd="0" presId="urn:microsoft.com/office/officeart/2005/8/layout/matrix1"/>
    <dgm:cxn modelId="{94378D67-632E-47C6-9BFB-13D72C8D89C7}" type="presOf" srcId="{48A33D90-63ED-4189-BA06-B7EBC5DB1457}" destId="{C9283400-4451-43C2-BD24-2AAA05068270}" srcOrd="1" destOrd="0" presId="urn:microsoft.com/office/officeart/2005/8/layout/matrix1"/>
    <dgm:cxn modelId="{40AA684E-5CFB-47AD-B942-A436D45F096D}" type="presOf" srcId="{DA5F3CB9-3FEB-40E6-B189-3E25313B153D}" destId="{CBE6FAEB-036C-47B0-9533-FFACF889DE42}" srcOrd="0" destOrd="0" presId="urn:microsoft.com/office/officeart/2005/8/layout/matrix1"/>
    <dgm:cxn modelId="{64E07475-297F-4A0E-807F-15130AC6C505}" type="presOf" srcId="{BBD3CB5F-A739-4677-91E9-773938530881}" destId="{F44994E0-2787-44B8-B126-3EFB184EC03E}" srcOrd="1" destOrd="0" presId="urn:microsoft.com/office/officeart/2005/8/layout/matrix1"/>
    <dgm:cxn modelId="{CA135855-89F4-49DA-97EA-655E90E58BB9}" type="presOf" srcId="{521911B1-A125-4857-B090-658C5699868C}" destId="{008371D4-ECCF-4397-9C72-4BDAC3CF6C44}" srcOrd="1" destOrd="0" presId="urn:microsoft.com/office/officeart/2005/8/layout/matrix1"/>
    <dgm:cxn modelId="{6B0B8A92-5ACD-44A9-A2E7-3473B59566E9}" type="presOf" srcId="{521911B1-A125-4857-B090-658C5699868C}" destId="{7AD26C5A-6046-4CFA-97DA-039284ED2AB1}" srcOrd="0" destOrd="0" presId="urn:microsoft.com/office/officeart/2005/8/layout/matrix1"/>
    <dgm:cxn modelId="{1D8F49A3-2458-48C0-89EB-2D270A77F55F}" type="presOf" srcId="{6B04F3B2-8D06-4C6B-B59A-E307753BAA32}" destId="{D33E5181-04D7-4B52-92A1-D70FBAD0CE1B}" srcOrd="0" destOrd="0" presId="urn:microsoft.com/office/officeart/2005/8/layout/matrix1"/>
    <dgm:cxn modelId="{E88872AC-EFE4-4DCC-9D0A-4A24BB5F7A80}" srcId="{6B04F3B2-8D06-4C6B-B59A-E307753BAA32}" destId="{DA5F3CB9-3FEB-40E6-B189-3E25313B153D}" srcOrd="0" destOrd="0" parTransId="{E8880204-71AC-4964-A395-962754CE18A6}" sibTransId="{0A1F3145-D4E9-4205-821A-4A1FAA95465D}"/>
    <dgm:cxn modelId="{C6CA60B0-9120-46E2-92AA-61BBA30B481C}" type="presOf" srcId="{340F201B-EE14-4E09-B59D-8AF641FA05EA}" destId="{A87D0076-23DA-46ED-88A8-DF66975519EC}" srcOrd="0" destOrd="0" presId="urn:microsoft.com/office/officeart/2005/8/layout/matrix1"/>
    <dgm:cxn modelId="{67B524B2-2D0F-41E6-B795-E18F7D02CAB9}" srcId="{6B04F3B2-8D06-4C6B-B59A-E307753BAA32}" destId="{9B94839C-5F4A-464D-B044-9F2698028F44}" srcOrd="3" destOrd="0" parTransId="{52B79090-C829-4585-8BA7-8747A08DEEA9}" sibTransId="{DE68B9EE-75E8-46C2-9AC6-6E7976351643}"/>
    <dgm:cxn modelId="{69EAA6D7-8207-450F-ACAD-446AD9E3DB40}" srcId="{6B04F3B2-8D06-4C6B-B59A-E307753BAA32}" destId="{D0831542-9794-4555-BF3B-86D6D3924119}" srcOrd="5" destOrd="0" parTransId="{5E7722D4-52A1-44CB-A557-109FDA38A9FE}" sibTransId="{85D33B7D-BA11-4B2D-9C22-88AA14CACBA4}"/>
    <dgm:cxn modelId="{7BC766DC-496D-4531-93F7-C9DAA35FE627}" srcId="{6D8DF806-21CD-4CDD-9669-846C5A5CED29}" destId="{2C77A95C-939A-4ED3-AE78-28AED85CE5C4}" srcOrd="0" destOrd="0" parTransId="{9439AD93-5B07-4C2B-AB73-436FCEA3D0FA}" sibTransId="{A9A28231-4D5E-4F69-AC2E-5E78AA6EA62C}"/>
    <dgm:cxn modelId="{825937E3-1AE8-4AD0-A688-DCDE79BB1237}" srcId="{DA5F3CB9-3FEB-40E6-B189-3E25313B153D}" destId="{521911B1-A125-4857-B090-658C5699868C}" srcOrd="1" destOrd="0" parTransId="{0BE7C893-2DC1-420F-99AC-F34A05D6EBFF}" sibTransId="{AABC90E9-C700-4E44-BFDA-E811F230F31C}"/>
    <dgm:cxn modelId="{8B3025F7-E9EA-460D-8DB9-84380077C485}" srcId="{6B04F3B2-8D06-4C6B-B59A-E307753BAA32}" destId="{595D40D9-3000-414D-8C01-BEE26FAC47E3}" srcOrd="8" destOrd="0" parTransId="{A8487A18-0FFF-4CB4-AE2E-CF1BFF146084}" sibTransId="{409CBCCC-05D4-4C95-8CE5-339B63B2E0D3}"/>
    <dgm:cxn modelId="{4030B3F7-8307-4E64-85AB-471662E1CA33}" srcId="{6B04F3B2-8D06-4C6B-B59A-E307753BAA32}" destId="{F67F1843-7863-4C88-B606-47B6E8C8B2AD}" srcOrd="1" destOrd="0" parTransId="{0855624D-B004-4C4A-8966-68212D57879F}" sibTransId="{AEF90040-3581-4391-B642-FB30A11AE181}"/>
    <dgm:cxn modelId="{0DEEEE1A-8B3C-4778-9A8C-2B1A9B4790F8}" type="presParOf" srcId="{D33E5181-04D7-4B52-92A1-D70FBAD0CE1B}" destId="{FC839712-0469-4EE6-8E74-CDB80FB680DF}" srcOrd="0" destOrd="0" presId="urn:microsoft.com/office/officeart/2005/8/layout/matrix1"/>
    <dgm:cxn modelId="{C5605752-5BCE-426E-AFAD-88B0C553EDD6}" type="presParOf" srcId="{FC839712-0469-4EE6-8E74-CDB80FB680DF}" destId="{D2644853-4557-45A0-ABDA-DF3971DD0A32}" srcOrd="0" destOrd="0" presId="urn:microsoft.com/office/officeart/2005/8/layout/matrix1"/>
    <dgm:cxn modelId="{CBC96AEC-4EC2-40D7-917F-07724C2F1F04}" type="presParOf" srcId="{FC839712-0469-4EE6-8E74-CDB80FB680DF}" destId="{C9283400-4451-43C2-BD24-2AAA05068270}" srcOrd="1" destOrd="0" presId="urn:microsoft.com/office/officeart/2005/8/layout/matrix1"/>
    <dgm:cxn modelId="{100399C3-A3D5-4A8E-B704-CE2D12D236BA}" type="presParOf" srcId="{FC839712-0469-4EE6-8E74-CDB80FB680DF}" destId="{7AD26C5A-6046-4CFA-97DA-039284ED2AB1}" srcOrd="2" destOrd="0" presId="urn:microsoft.com/office/officeart/2005/8/layout/matrix1"/>
    <dgm:cxn modelId="{B0460FDC-0F6D-46BD-B8E4-F19384BCB3FE}" type="presParOf" srcId="{FC839712-0469-4EE6-8E74-CDB80FB680DF}" destId="{008371D4-ECCF-4397-9C72-4BDAC3CF6C44}" srcOrd="3" destOrd="0" presId="urn:microsoft.com/office/officeart/2005/8/layout/matrix1"/>
    <dgm:cxn modelId="{8AA8B607-659B-4843-8334-0D28F52CA216}" type="presParOf" srcId="{FC839712-0469-4EE6-8E74-CDB80FB680DF}" destId="{AB290A3F-CB7D-417B-94EB-F2EF56140AED}" srcOrd="4" destOrd="0" presId="urn:microsoft.com/office/officeart/2005/8/layout/matrix1"/>
    <dgm:cxn modelId="{D6766335-8567-43A6-9B6B-1B64A8F51761}" type="presParOf" srcId="{FC839712-0469-4EE6-8E74-CDB80FB680DF}" destId="{F44994E0-2787-44B8-B126-3EFB184EC03E}" srcOrd="5" destOrd="0" presId="urn:microsoft.com/office/officeart/2005/8/layout/matrix1"/>
    <dgm:cxn modelId="{050C4323-9C43-4F2E-BE88-F09223AC7567}" type="presParOf" srcId="{FC839712-0469-4EE6-8E74-CDB80FB680DF}" destId="{A87D0076-23DA-46ED-88A8-DF66975519EC}" srcOrd="6" destOrd="0" presId="urn:microsoft.com/office/officeart/2005/8/layout/matrix1"/>
    <dgm:cxn modelId="{C6839676-CA2D-4669-BAB6-6B63AA5F08C2}" type="presParOf" srcId="{FC839712-0469-4EE6-8E74-CDB80FB680DF}" destId="{C5498FFF-DC3C-49A4-878D-6865EBC1BF79}" srcOrd="7" destOrd="0" presId="urn:microsoft.com/office/officeart/2005/8/layout/matrix1"/>
    <dgm:cxn modelId="{838804F9-2B56-4745-BB4B-AC6144ADCA49}" type="presParOf" srcId="{D33E5181-04D7-4B52-92A1-D70FBAD0CE1B}" destId="{CBE6FAEB-036C-47B0-9533-FFACF889DE42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31C99A-9289-4F56-8C55-A09D7058C9F9}">
      <dsp:nvSpPr>
        <dsp:cNvPr id="0" name=""/>
        <dsp:cNvSpPr/>
      </dsp:nvSpPr>
      <dsp:spPr>
        <a:xfrm rot="5400000">
          <a:off x="-239267" y="242018"/>
          <a:ext cx="1595119" cy="111658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Proposed Solution</a:t>
          </a:r>
          <a:endParaRPr lang="en-IN" sz="1600" kern="1200"/>
        </a:p>
      </dsp:txBody>
      <dsp:txXfrm rot="-5400000">
        <a:off x="2" y="561042"/>
        <a:ext cx="1116583" cy="478536"/>
      </dsp:txXfrm>
    </dsp:sp>
    <dsp:sp modelId="{9D8F0CB8-78EB-4357-B27C-CCEFC066AE39}">
      <dsp:nvSpPr>
        <dsp:cNvPr id="0" name=""/>
        <dsp:cNvSpPr/>
      </dsp:nvSpPr>
      <dsp:spPr>
        <a:xfrm rot="5400000">
          <a:off x="4115882" y="-2996548"/>
          <a:ext cx="1036827" cy="70354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 </a:t>
          </a:r>
          <a:r>
            <a:rPr lang="en-IN" sz="1900" i="1" kern="1200"/>
            <a:t>Hybrid VTOL medical drone</a:t>
          </a:r>
          <a:endParaRPr lang="en-IN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Vertical take-off + plane-like speed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AI navigation &amp; obstacle avoidance</a:t>
          </a:r>
        </a:p>
      </dsp:txBody>
      <dsp:txXfrm rot="-5400000">
        <a:off x="1116583" y="53365"/>
        <a:ext cx="6984812" cy="935599"/>
      </dsp:txXfrm>
    </dsp:sp>
    <dsp:sp modelId="{A4DED0F0-0A4A-47F1-B57D-85F279B19263}">
      <dsp:nvSpPr>
        <dsp:cNvPr id="0" name=""/>
        <dsp:cNvSpPr/>
      </dsp:nvSpPr>
      <dsp:spPr>
        <a:xfrm rot="5400000">
          <a:off x="-239267" y="1643059"/>
          <a:ext cx="1595119" cy="111658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Solves problem by</a:t>
          </a:r>
          <a:endParaRPr lang="en-IN" sz="1600" kern="1200"/>
        </a:p>
      </dsp:txBody>
      <dsp:txXfrm rot="-5400000">
        <a:off x="2" y="1962083"/>
        <a:ext cx="1116583" cy="478536"/>
      </dsp:txXfrm>
    </dsp:sp>
    <dsp:sp modelId="{3409010D-3013-4B8B-ABCF-CE344B8F8818}">
      <dsp:nvSpPr>
        <dsp:cNvPr id="0" name=""/>
        <dsp:cNvSpPr/>
      </dsp:nvSpPr>
      <dsp:spPr>
        <a:xfrm rot="5400000">
          <a:off x="4115882" y="-1595507"/>
          <a:ext cx="1036827" cy="70354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>
              <a:latin typeface="Calibri"/>
            </a:rPr>
            <a:t>Works in remote areas with little or no access to Wi-Fi by using LTE IP</a:t>
          </a:r>
          <a:endParaRPr lang="en-IN" sz="1900" kern="120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>
              <a:latin typeface="Calibri"/>
            </a:rPr>
            <a:t>Can take-off in tight spaces and fly long range distances </a:t>
          </a:r>
        </a:p>
      </dsp:txBody>
      <dsp:txXfrm rot="-5400000">
        <a:off x="1116583" y="1454406"/>
        <a:ext cx="6984812" cy="935599"/>
      </dsp:txXfrm>
    </dsp:sp>
    <dsp:sp modelId="{CAEB7B2C-DAAD-4904-9AFB-1483525BFF39}">
      <dsp:nvSpPr>
        <dsp:cNvPr id="0" name=""/>
        <dsp:cNvSpPr/>
      </dsp:nvSpPr>
      <dsp:spPr>
        <a:xfrm rot="5400000">
          <a:off x="-239267" y="3044100"/>
          <a:ext cx="1595119" cy="111658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Innovation &amp; </a:t>
          </a:r>
          <a:r>
            <a:rPr lang="en-US" sz="1600" kern="1200">
              <a:latin typeface="Calibri"/>
            </a:rPr>
            <a:t>Uniqueness</a:t>
          </a:r>
          <a:endParaRPr lang="en-IN" sz="1600" kern="1200"/>
        </a:p>
      </dsp:txBody>
      <dsp:txXfrm rot="-5400000">
        <a:off x="2" y="3363124"/>
        <a:ext cx="1116583" cy="478536"/>
      </dsp:txXfrm>
    </dsp:sp>
    <dsp:sp modelId="{A6F159B3-213C-491C-8ACA-BA3FFCB7BC51}">
      <dsp:nvSpPr>
        <dsp:cNvPr id="0" name=""/>
        <dsp:cNvSpPr/>
      </dsp:nvSpPr>
      <dsp:spPr>
        <a:xfrm rot="5400000">
          <a:off x="4115882" y="-194466"/>
          <a:ext cx="1036827" cy="703542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>
              <a:latin typeface="Calibri"/>
            </a:rPr>
            <a:t>Modular Payload Bay</a:t>
          </a:r>
          <a:endParaRPr lang="en-IN" sz="1900" kern="120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Self-built avionics (Pixhawk-class)</a:t>
          </a:r>
          <a:endParaRPr lang="en-IN" sz="1900" kern="1200"/>
        </a:p>
      </dsp:txBody>
      <dsp:txXfrm rot="-5400000">
        <a:off x="1116583" y="2855447"/>
        <a:ext cx="6984812" cy="9355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F787E-BFF2-412E-BE3E-D1A626211A9D}">
      <dsp:nvSpPr>
        <dsp:cNvPr id="0" name=""/>
        <dsp:cNvSpPr/>
      </dsp:nvSpPr>
      <dsp:spPr>
        <a:xfrm rot="10800000">
          <a:off x="846937" y="1322"/>
          <a:ext cx="2833299" cy="53314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103" tIns="49530" rIns="92456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Battery Limitations</a:t>
          </a:r>
          <a:r>
            <a:rPr lang="en-IN" sz="1300" kern="1200"/>
            <a:t> → Limited flight range.</a:t>
          </a:r>
        </a:p>
      </dsp:txBody>
      <dsp:txXfrm rot="10800000">
        <a:off x="980224" y="1322"/>
        <a:ext cx="2700012" cy="533147"/>
      </dsp:txXfrm>
    </dsp:sp>
    <dsp:sp modelId="{8F45DD93-CDEB-46C5-9487-3C532E0D9EBA}">
      <dsp:nvSpPr>
        <dsp:cNvPr id="0" name=""/>
        <dsp:cNvSpPr/>
      </dsp:nvSpPr>
      <dsp:spPr>
        <a:xfrm>
          <a:off x="580363" y="1322"/>
          <a:ext cx="533147" cy="533147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52000" r="-5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6B5BD1-DBA6-4EB5-A555-E989BC268394}">
      <dsp:nvSpPr>
        <dsp:cNvPr id="0" name=""/>
        <dsp:cNvSpPr/>
      </dsp:nvSpPr>
      <dsp:spPr>
        <a:xfrm rot="10800000">
          <a:off x="846937" y="693617"/>
          <a:ext cx="2833299" cy="53314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103" tIns="49530" rIns="92456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Weather Constraints</a:t>
          </a:r>
          <a:r>
            <a:rPr lang="en-IN" sz="1300" kern="1200"/>
            <a:t> → Strong winds/rain may affect operations.</a:t>
          </a:r>
        </a:p>
      </dsp:txBody>
      <dsp:txXfrm rot="10800000">
        <a:off x="980224" y="693617"/>
        <a:ext cx="2700012" cy="533147"/>
      </dsp:txXfrm>
    </dsp:sp>
    <dsp:sp modelId="{F65D2717-C8BA-4677-A17D-47C09BCDCFAC}">
      <dsp:nvSpPr>
        <dsp:cNvPr id="0" name=""/>
        <dsp:cNvSpPr/>
      </dsp:nvSpPr>
      <dsp:spPr>
        <a:xfrm>
          <a:off x="580363" y="693617"/>
          <a:ext cx="533147" cy="533147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t="-2000" b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063A02-F5B1-4CDF-8243-10552549F8D4}">
      <dsp:nvSpPr>
        <dsp:cNvPr id="0" name=""/>
        <dsp:cNvSpPr/>
      </dsp:nvSpPr>
      <dsp:spPr>
        <a:xfrm rot="10800000">
          <a:off x="846937" y="1385913"/>
          <a:ext cx="2833299" cy="53314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103" tIns="49530" rIns="92456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Navigation Risks</a:t>
          </a:r>
          <a:r>
            <a:rPr lang="en-IN" sz="1300" kern="1200"/>
            <a:t> → GPS jamming, obstacle-dense areas.</a:t>
          </a:r>
        </a:p>
      </dsp:txBody>
      <dsp:txXfrm rot="10800000">
        <a:off x="980224" y="1385913"/>
        <a:ext cx="2700012" cy="533147"/>
      </dsp:txXfrm>
    </dsp:sp>
    <dsp:sp modelId="{7B751894-9F23-4F0A-9E20-76D4241386E9}">
      <dsp:nvSpPr>
        <dsp:cNvPr id="0" name=""/>
        <dsp:cNvSpPr/>
      </dsp:nvSpPr>
      <dsp:spPr>
        <a:xfrm>
          <a:off x="580363" y="1385913"/>
          <a:ext cx="533147" cy="533147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5000" r="-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5ED5B-ADC3-404C-806D-A43CF57A146D}">
      <dsp:nvSpPr>
        <dsp:cNvPr id="0" name=""/>
        <dsp:cNvSpPr/>
      </dsp:nvSpPr>
      <dsp:spPr>
        <a:xfrm rot="10800000">
          <a:off x="846937" y="2078208"/>
          <a:ext cx="2833299" cy="53314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103" tIns="49530" rIns="92456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Payload Constraints</a:t>
          </a:r>
          <a:r>
            <a:rPr lang="en-IN" sz="1300" kern="1200"/>
            <a:t> → Weight and secure handling of medical kits.</a:t>
          </a:r>
        </a:p>
      </dsp:txBody>
      <dsp:txXfrm rot="10800000">
        <a:off x="980224" y="2078208"/>
        <a:ext cx="2700012" cy="533147"/>
      </dsp:txXfrm>
    </dsp:sp>
    <dsp:sp modelId="{C6B144A9-C348-451E-9803-3C990BFC1D47}">
      <dsp:nvSpPr>
        <dsp:cNvPr id="0" name=""/>
        <dsp:cNvSpPr/>
      </dsp:nvSpPr>
      <dsp:spPr>
        <a:xfrm>
          <a:off x="580363" y="2078208"/>
          <a:ext cx="533147" cy="533147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l="-4000" r="-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C49BA-7C17-4FEE-A74D-3BBE4ECFB938}">
      <dsp:nvSpPr>
        <dsp:cNvPr id="0" name=""/>
        <dsp:cNvSpPr/>
      </dsp:nvSpPr>
      <dsp:spPr>
        <a:xfrm rot="10800000">
          <a:off x="846937" y="1321"/>
          <a:ext cx="2833298" cy="53314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103" tIns="49530" rIns="92456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Swappable </a:t>
          </a:r>
          <a:r>
            <a:rPr lang="en-IN" sz="1300" b="1" kern="1200"/>
            <a:t>high-capacity batteries / solar charging stations</a:t>
          </a:r>
          <a:endParaRPr lang="en-IN" sz="1300" kern="1200"/>
        </a:p>
      </dsp:txBody>
      <dsp:txXfrm rot="10800000">
        <a:off x="980223" y="1321"/>
        <a:ext cx="2700012" cy="533146"/>
      </dsp:txXfrm>
    </dsp:sp>
    <dsp:sp modelId="{9F23B0F6-8177-4CC5-B571-C74312A36A5B}">
      <dsp:nvSpPr>
        <dsp:cNvPr id="0" name=""/>
        <dsp:cNvSpPr/>
      </dsp:nvSpPr>
      <dsp:spPr>
        <a:xfrm>
          <a:off x="580363" y="1321"/>
          <a:ext cx="533146" cy="533146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1000" r="-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9D1A6-56E6-4925-B2DA-C8BDCCC837E7}">
      <dsp:nvSpPr>
        <dsp:cNvPr id="0" name=""/>
        <dsp:cNvSpPr/>
      </dsp:nvSpPr>
      <dsp:spPr>
        <a:xfrm rot="10800000">
          <a:off x="846937" y="693616"/>
          <a:ext cx="2833298" cy="53314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103" tIns="49530" rIns="92456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Weather-resilient design</a:t>
          </a:r>
          <a:r>
            <a:rPr lang="en-IN" sz="1300" kern="1200"/>
            <a:t> + fallback emergency landing protocols</a:t>
          </a:r>
        </a:p>
      </dsp:txBody>
      <dsp:txXfrm rot="10800000">
        <a:off x="980223" y="693616"/>
        <a:ext cx="2700012" cy="533146"/>
      </dsp:txXfrm>
    </dsp:sp>
    <dsp:sp modelId="{6E39F1C7-E845-4D7F-B16B-3DEF86E6F5DF}">
      <dsp:nvSpPr>
        <dsp:cNvPr id="0" name=""/>
        <dsp:cNvSpPr/>
      </dsp:nvSpPr>
      <dsp:spPr>
        <a:xfrm>
          <a:off x="580363" y="693616"/>
          <a:ext cx="533146" cy="533146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3000" r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CDCBD0-DE17-4A2E-90C3-0A52FC16DDD5}">
      <dsp:nvSpPr>
        <dsp:cNvPr id="0" name=""/>
        <dsp:cNvSpPr/>
      </dsp:nvSpPr>
      <dsp:spPr>
        <a:xfrm rot="10800000">
          <a:off x="846937" y="1385912"/>
          <a:ext cx="2833298" cy="53314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103" tIns="49530" rIns="92456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1" kern="1200"/>
            <a:t>Hybrid navigation</a:t>
          </a:r>
          <a:r>
            <a:rPr lang="en-IN" sz="1300" kern="1200"/>
            <a:t> (GPS + AI vision + IMU fusion).</a:t>
          </a:r>
        </a:p>
      </dsp:txBody>
      <dsp:txXfrm rot="10800000">
        <a:off x="980223" y="1385912"/>
        <a:ext cx="2700012" cy="533146"/>
      </dsp:txXfrm>
    </dsp:sp>
    <dsp:sp modelId="{9D6876D7-1C97-46CC-80E2-4639767D5D99}">
      <dsp:nvSpPr>
        <dsp:cNvPr id="0" name=""/>
        <dsp:cNvSpPr/>
      </dsp:nvSpPr>
      <dsp:spPr>
        <a:xfrm>
          <a:off x="580363" y="1385912"/>
          <a:ext cx="533146" cy="533146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2000" r="-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5EBF87-7354-40D6-BD38-82CBA918BDB5}">
      <dsp:nvSpPr>
        <dsp:cNvPr id="0" name=""/>
        <dsp:cNvSpPr/>
      </dsp:nvSpPr>
      <dsp:spPr>
        <a:xfrm rot="10800000">
          <a:off x="846937" y="2078207"/>
          <a:ext cx="2833298" cy="53314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103" tIns="49530" rIns="92456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Lightweight </a:t>
          </a:r>
          <a:r>
            <a:rPr lang="en-IN" sz="1300" b="1" kern="1200"/>
            <a:t>modular payload containers</a:t>
          </a:r>
          <a:r>
            <a:rPr lang="en-IN" sz="1300" kern="1200"/>
            <a:t> with shock absorption</a:t>
          </a:r>
        </a:p>
      </dsp:txBody>
      <dsp:txXfrm rot="10800000">
        <a:off x="980223" y="2078207"/>
        <a:ext cx="2700012" cy="533146"/>
      </dsp:txXfrm>
    </dsp:sp>
    <dsp:sp modelId="{4371E62F-3677-4642-9474-A72A481A65A4}">
      <dsp:nvSpPr>
        <dsp:cNvPr id="0" name=""/>
        <dsp:cNvSpPr/>
      </dsp:nvSpPr>
      <dsp:spPr>
        <a:xfrm>
          <a:off x="580363" y="2078207"/>
          <a:ext cx="533146" cy="533146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 l="-5000" r="-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6B4873-2F4D-48AD-9C3B-3A13EC32F3E6}">
      <dsp:nvSpPr>
        <dsp:cNvPr id="0" name=""/>
        <dsp:cNvSpPr/>
      </dsp:nvSpPr>
      <dsp:spPr>
        <a:xfrm>
          <a:off x="-3269678" y="-503025"/>
          <a:ext cx="3899219" cy="3899219"/>
        </a:xfrm>
        <a:prstGeom prst="blockArc">
          <a:avLst>
            <a:gd name="adj1" fmla="val 18900000"/>
            <a:gd name="adj2" fmla="val 2700000"/>
            <a:gd name="adj3" fmla="val 554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0FF592-668F-419F-8B4F-145D49E1EB3D}">
      <dsp:nvSpPr>
        <dsp:cNvPr id="0" name=""/>
        <dsp:cNvSpPr/>
      </dsp:nvSpPr>
      <dsp:spPr>
        <a:xfrm>
          <a:off x="404803" y="289316"/>
          <a:ext cx="5527593" cy="5786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9291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Disaster Victims</a:t>
          </a:r>
          <a:r>
            <a:rPr lang="en-US" sz="1700" kern="1200"/>
            <a:t> → Faster access to critical medicines, communication devices, and first-aid</a:t>
          </a:r>
          <a:endParaRPr lang="en-IN" sz="1700" kern="1200"/>
        </a:p>
      </dsp:txBody>
      <dsp:txXfrm>
        <a:off x="404803" y="289316"/>
        <a:ext cx="5527593" cy="578633"/>
      </dsp:txXfrm>
    </dsp:sp>
    <dsp:sp modelId="{AC684C8C-2928-436B-8B13-B9515EC2B5B0}">
      <dsp:nvSpPr>
        <dsp:cNvPr id="0" name=""/>
        <dsp:cNvSpPr/>
      </dsp:nvSpPr>
      <dsp:spPr>
        <a:xfrm>
          <a:off x="43156" y="216987"/>
          <a:ext cx="723292" cy="723292"/>
        </a:xfrm>
        <a:prstGeom prst="ellipse">
          <a:avLst/>
        </a:prstGeom>
        <a:blipFill rotWithShape="0">
          <a:blip xmlns:r="http://schemas.openxmlformats.org/officeDocument/2006/relationships" r:embed="rId1"/>
          <a:srcRect/>
          <a:stretch>
            <a:fillRect t="-4000" b="-4000"/>
          </a:stretch>
        </a:blip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58FD83-835C-4F86-B5B2-121621EE592B}">
      <dsp:nvSpPr>
        <dsp:cNvPr id="0" name=""/>
        <dsp:cNvSpPr/>
      </dsp:nvSpPr>
      <dsp:spPr>
        <a:xfrm>
          <a:off x="615136" y="1157267"/>
          <a:ext cx="5317260" cy="5786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9291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Relief Agencies &amp; Hospitals</a:t>
          </a:r>
          <a:r>
            <a:rPr lang="en-US" sz="1700" kern="1200"/>
            <a:t> → Reduced delays in supply chain during emergencies</a:t>
          </a:r>
          <a:endParaRPr lang="en-IN" sz="1700" kern="1200"/>
        </a:p>
      </dsp:txBody>
      <dsp:txXfrm>
        <a:off x="615136" y="1157267"/>
        <a:ext cx="5317260" cy="578633"/>
      </dsp:txXfrm>
    </dsp:sp>
    <dsp:sp modelId="{266F1C25-CDB5-4BCC-978E-C25818568C51}">
      <dsp:nvSpPr>
        <dsp:cNvPr id="0" name=""/>
        <dsp:cNvSpPr/>
      </dsp:nvSpPr>
      <dsp:spPr>
        <a:xfrm>
          <a:off x="253490" y="1084938"/>
          <a:ext cx="723292" cy="723292"/>
        </a:xfrm>
        <a:prstGeom prst="ellipse">
          <a:avLst/>
        </a:prstGeom>
        <a:blipFill rotWithShape="0">
          <a:blip xmlns:r="http://schemas.openxmlformats.org/officeDocument/2006/relationships" r:embed="rId2"/>
          <a:srcRect/>
          <a:stretch>
            <a:fillRect l="-1000" r="-1000"/>
          </a:stretch>
        </a:blip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13F878-877F-4C70-B025-450A99FAAD2C}">
      <dsp:nvSpPr>
        <dsp:cNvPr id="0" name=""/>
        <dsp:cNvSpPr/>
      </dsp:nvSpPr>
      <dsp:spPr>
        <a:xfrm>
          <a:off x="404803" y="2025218"/>
          <a:ext cx="5527593" cy="5786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9291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Remote Communities</a:t>
          </a:r>
          <a:r>
            <a:rPr lang="en-US" sz="1700" kern="1200"/>
            <a:t> → Connectivity and medical access where traditional transport fails</a:t>
          </a:r>
          <a:endParaRPr lang="en-IN" sz="1700" kern="1200"/>
        </a:p>
      </dsp:txBody>
      <dsp:txXfrm>
        <a:off x="404803" y="2025218"/>
        <a:ext cx="5527593" cy="578633"/>
      </dsp:txXfrm>
    </dsp:sp>
    <dsp:sp modelId="{1FE02311-B4B9-45F0-965C-A92E14EB2E57}">
      <dsp:nvSpPr>
        <dsp:cNvPr id="0" name=""/>
        <dsp:cNvSpPr/>
      </dsp:nvSpPr>
      <dsp:spPr>
        <a:xfrm>
          <a:off x="43156" y="1952889"/>
          <a:ext cx="723292" cy="723292"/>
        </a:xfrm>
        <a:prstGeom prst="ellipse">
          <a:avLst/>
        </a:prstGeom>
        <a:blipFill rotWithShape="0">
          <a:blip xmlns:r="http://schemas.openxmlformats.org/officeDocument/2006/relationships" r:embed="rId3"/>
          <a:srcRect/>
          <a:stretch>
            <a:fillRect t="-2000" b="-2000"/>
          </a:stretch>
        </a:blip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644853-4557-45A0-ABDA-DF3971DD0A32}">
      <dsp:nvSpPr>
        <dsp:cNvPr id="0" name=""/>
        <dsp:cNvSpPr/>
      </dsp:nvSpPr>
      <dsp:spPr>
        <a:xfrm rot="16200000">
          <a:off x="149281" y="-149281"/>
          <a:ext cx="2401526" cy="2700089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/>
            <a:t>Social:</a:t>
          </a:r>
          <a:endParaRPr lang="en-IN" sz="3500" b="1" kern="120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Cuts response time, saving lives and strengthening community resilience</a:t>
          </a:r>
        </a:p>
      </dsp:txBody>
      <dsp:txXfrm rot="5400000">
        <a:off x="0" y="0"/>
        <a:ext cx="2700089" cy="1801144"/>
      </dsp:txXfrm>
    </dsp:sp>
    <dsp:sp modelId="{7AD26C5A-6046-4CFA-97DA-039284ED2AB1}">
      <dsp:nvSpPr>
        <dsp:cNvPr id="0" name=""/>
        <dsp:cNvSpPr/>
      </dsp:nvSpPr>
      <dsp:spPr>
        <a:xfrm>
          <a:off x="2700089" y="0"/>
          <a:ext cx="2700089" cy="2401526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Economic:</a:t>
          </a:r>
          <a:endParaRPr lang="en-US" sz="2800" b="0" kern="1200"/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/>
            <a:t>Reduces disaster relief costs with scalable, efficient deployment.</a:t>
          </a:r>
          <a:endParaRPr lang="en-IN" sz="2000" b="1" kern="1200"/>
        </a:p>
      </dsp:txBody>
      <dsp:txXfrm>
        <a:off x="2700089" y="0"/>
        <a:ext cx="2700089" cy="1801144"/>
      </dsp:txXfrm>
    </dsp:sp>
    <dsp:sp modelId="{AB290A3F-CB7D-417B-94EB-F2EF56140AED}">
      <dsp:nvSpPr>
        <dsp:cNvPr id="0" name=""/>
        <dsp:cNvSpPr/>
      </dsp:nvSpPr>
      <dsp:spPr>
        <a:xfrm rot="10800000">
          <a:off x="0" y="2401526"/>
          <a:ext cx="2700089" cy="2401526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Environmental: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Electric, eco-friendly operations protect fragile ecosystems.</a:t>
          </a:r>
          <a:endParaRPr lang="en-IN" sz="2000" kern="1200"/>
        </a:p>
      </dsp:txBody>
      <dsp:txXfrm rot="10800000">
        <a:off x="0" y="3001908"/>
        <a:ext cx="2700089" cy="1801144"/>
      </dsp:txXfrm>
    </dsp:sp>
    <dsp:sp modelId="{A87D0076-23DA-46ED-88A8-DF66975519EC}">
      <dsp:nvSpPr>
        <dsp:cNvPr id="0" name=""/>
        <dsp:cNvSpPr/>
      </dsp:nvSpPr>
      <dsp:spPr>
        <a:xfrm rot="5400000">
          <a:off x="2849371" y="2252244"/>
          <a:ext cx="2401526" cy="2700089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Technological: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Boosts indigenous innovation with custom avionics and autonomy.</a:t>
          </a:r>
        </a:p>
      </dsp:txBody>
      <dsp:txXfrm rot="-5400000">
        <a:off x="2700089" y="3001907"/>
        <a:ext cx="2700089" cy="1801144"/>
      </dsp:txXfrm>
    </dsp:sp>
    <dsp:sp modelId="{CBE6FAEB-036C-47B0-9533-FFACF889DE42}">
      <dsp:nvSpPr>
        <dsp:cNvPr id="0" name=""/>
        <dsp:cNvSpPr/>
      </dsp:nvSpPr>
      <dsp:spPr>
        <a:xfrm>
          <a:off x="1890062" y="1801144"/>
          <a:ext cx="1620053" cy="1200763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Benefits</a:t>
          </a:r>
          <a:endParaRPr lang="en-IN" sz="2800" kern="1200"/>
        </a:p>
      </dsp:txBody>
      <dsp:txXfrm>
        <a:off x="1948678" y="1859760"/>
        <a:ext cx="1502821" cy="10835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4.jpe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3.jpeg"/><Relationship Id="rId9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jpeg"/><Relationship Id="rId11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microsoft.com/office/2007/relationships/diagramDrawing" Target="../diagrams/drawing2.xml"/><Relationship Id="rId5" Type="http://schemas.openxmlformats.org/officeDocument/2006/relationships/image" Target="../media/image4.jpeg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image" Target="../media/image3.jpeg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Data" Target="../diagrams/data5.xml"/><Relationship Id="rId3" Type="http://schemas.openxmlformats.org/officeDocument/2006/relationships/image" Target="../media/image2.png"/><Relationship Id="rId7" Type="http://schemas.openxmlformats.org/officeDocument/2006/relationships/diagramData" Target="../diagrams/data4.xml"/><Relationship Id="rId12" Type="http://schemas.openxmlformats.org/officeDocument/2006/relationships/image" Target="../media/image6.png"/><Relationship Id="rId17" Type="http://schemas.microsoft.com/office/2007/relationships/diagramDrawing" Target="../diagrams/drawing5.xml"/><Relationship Id="rId2" Type="http://schemas.openxmlformats.org/officeDocument/2006/relationships/notesSlide" Target="../notesSlides/notesSlide4.xml"/><Relationship Id="rId16" Type="http://schemas.openxmlformats.org/officeDocument/2006/relationships/diagramColors" Target="../diagrams/colors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microsoft.com/office/2007/relationships/diagramDrawing" Target="../diagrams/drawing4.xml"/><Relationship Id="rId5" Type="http://schemas.openxmlformats.org/officeDocument/2006/relationships/image" Target="../media/image4.jpeg"/><Relationship Id="rId15" Type="http://schemas.openxmlformats.org/officeDocument/2006/relationships/diagramQuickStyle" Target="../diagrams/quickStyle5.xml"/><Relationship Id="rId10" Type="http://schemas.openxmlformats.org/officeDocument/2006/relationships/diagramColors" Target="../diagrams/colors4.xml"/><Relationship Id="rId4" Type="http://schemas.openxmlformats.org/officeDocument/2006/relationships/image" Target="../media/image3.jpeg"/><Relationship Id="rId9" Type="http://schemas.openxmlformats.org/officeDocument/2006/relationships/diagramQuickStyle" Target="../diagrams/quickStyle4.xml"/><Relationship Id="rId14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sa.gov/centers/armstrong/news/FactSheets/FS-086-DFRC.html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who.int/news-room/feature-stories/detail/drones-delivering-medical-supplie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100697" y="2120809"/>
            <a:ext cx="2731561" cy="2921476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769627" y="1057127"/>
            <a:ext cx="7721333" cy="1170354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22843" y="442449"/>
            <a:ext cx="10946314" cy="1383097"/>
          </a:xfrm>
        </p:spPr>
        <p:txBody>
          <a:bodyPr/>
          <a:lstStyle/>
          <a:p>
            <a:r>
              <a:rPr lang="en-US" sz="3600" b="1">
                <a:solidFill>
                  <a:schemeClr val="tx2"/>
                </a:solidFill>
                <a:latin typeface="Garamond" panose="02020404030301010803" pitchFamily="18" charset="0"/>
              </a:rPr>
              <a:t>VITISH 2025</a:t>
            </a:r>
            <a:br>
              <a:rPr lang="en-US" sz="3600" b="1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3600" b="1">
                <a:solidFill>
                  <a:schemeClr val="tx2"/>
                </a:solidFill>
                <a:latin typeface="Garamond" panose="02020404030301010803" pitchFamily="18" charset="0"/>
              </a:rPr>
              <a:t>(SIH Internal Hackathon)</a:t>
            </a:r>
            <a:endParaRPr lang="en-IN" sz="36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1937" y="1692550"/>
            <a:ext cx="7118138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PS ID: SIH25047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PS Title: Disaster Response Drone for Remote Areas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Theme: Robotics and Drones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PS Category: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ID: VIT-865</a:t>
            </a:r>
          </a:p>
        </p:txBody>
      </p:sp>
      <p:pic>
        <p:nvPicPr>
          <p:cNvPr id="12" name="Picture 1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7A64D61F-5B8B-15E3-BC96-0ADAA3721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6193" y="191544"/>
            <a:ext cx="1667243" cy="8873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0E2C68-82E2-FD05-194A-E171A407F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674" y="80509"/>
            <a:ext cx="1771714" cy="977211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E1E649AE-9FC3-BE24-D95C-849FB5C6AB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244" b="19926"/>
          <a:stretch>
            <a:fillRect/>
          </a:stretch>
        </p:blipFill>
        <p:spPr>
          <a:xfrm>
            <a:off x="120632" y="200014"/>
            <a:ext cx="2151063" cy="7477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3962F0-ECD0-7711-A63B-D0E58DD77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6027" y="240427"/>
            <a:ext cx="1638300" cy="762000"/>
          </a:xfrm>
          <a:prstGeom prst="rect">
            <a:avLst/>
          </a:prstGeom>
        </p:spPr>
      </p:pic>
      <p:pic>
        <p:nvPicPr>
          <p:cNvPr id="3" name="Picture 2" descr="A blue background with a drone and text&#10;&#10;AI-generated content may be incorrect.">
            <a:extLst>
              <a:ext uri="{FF2B5EF4-FFF2-40B4-BE49-F238E27FC236}">
                <a16:creationId xmlns:a16="http://schemas.microsoft.com/office/drawing/2014/main" id="{B129C0D8-0DDF-1F34-26EA-B21D3B0BCA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2202" y="5914239"/>
            <a:ext cx="827861" cy="8278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500872" y="597258"/>
            <a:ext cx="10972800" cy="810338"/>
          </a:xfrm>
        </p:spPr>
        <p:txBody>
          <a:bodyPr/>
          <a:lstStyle/>
          <a:p>
            <a:pPr eaLnBrk="1" hangingPunct="1"/>
            <a:br>
              <a:rPr lang="en-US" sz="40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40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PROJECT NIMBUS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5" name="Picture 4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D54F11D0-D420-2147-401E-90B2BC84B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6193" y="191544"/>
            <a:ext cx="1667243" cy="8873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D02C94-21FB-E1EB-5FC8-2B5011C86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674" y="80509"/>
            <a:ext cx="1771714" cy="977211"/>
          </a:xfrm>
          <a:prstGeom prst="rect">
            <a:avLst/>
          </a:prstGeom>
        </p:spPr>
      </p:pic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CCD11805-A8F4-9404-0C36-459D69C723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244" b="19926"/>
          <a:stretch>
            <a:fillRect/>
          </a:stretch>
        </p:blipFill>
        <p:spPr>
          <a:xfrm>
            <a:off x="120632" y="200014"/>
            <a:ext cx="2151063" cy="7477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1D83A0-B595-570D-CFC7-FEEBCE9268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6027" y="240427"/>
            <a:ext cx="1638300" cy="762000"/>
          </a:xfrm>
          <a:prstGeom prst="rect">
            <a:avLst/>
          </a:prstGeom>
        </p:spPr>
      </p:pic>
      <p:pic>
        <p:nvPicPr>
          <p:cNvPr id="2" name="Picture 1" descr="A blue background with a drone and text&#10;&#10;AI-generated content may be incorrect.">
            <a:extLst>
              <a:ext uri="{FF2B5EF4-FFF2-40B4-BE49-F238E27FC236}">
                <a16:creationId xmlns:a16="http://schemas.microsoft.com/office/drawing/2014/main" id="{CB2ECBBB-66D9-2276-2F33-CE69589766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4469" y="5402877"/>
            <a:ext cx="838857" cy="838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1742BD-1BD6-D913-AF17-DC367D8BBEFC}"/>
              </a:ext>
            </a:extLst>
          </p:cNvPr>
          <p:cNvSpPr txBox="1"/>
          <p:nvPr/>
        </p:nvSpPr>
        <p:spPr>
          <a:xfrm>
            <a:off x="9309590" y="3711445"/>
            <a:ext cx="1700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latin typeface="Berlin Sans FB" panose="020E0602020502020306" pitchFamily="34" charset="0"/>
              </a:rPr>
              <a:t>Nimbus 007 (Concept)</a:t>
            </a:r>
            <a:endParaRPr lang="en-IN" sz="2000">
              <a:latin typeface="Berlin Sans FB" panose="020E0602020502020306" pitchFamily="34" charset="0"/>
            </a:endParaRP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16602106-7554-4C1D-DE4F-AA8DAF91FF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1142861"/>
              </p:ext>
            </p:extLst>
          </p:nvPr>
        </p:nvGraphicFramePr>
        <p:xfrm>
          <a:off x="433431" y="1962154"/>
          <a:ext cx="8152010" cy="44027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10" name="Picture 9" descr="A drone on a stand&#10;&#10;AI-generated content may be incorrect.">
            <a:extLst>
              <a:ext uri="{FF2B5EF4-FFF2-40B4-BE49-F238E27FC236}">
                <a16:creationId xmlns:a16="http://schemas.microsoft.com/office/drawing/2014/main" id="{5A266A8C-A41C-E3D9-DA81-47B15E7B370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09589" y="1685019"/>
            <a:ext cx="1913397" cy="19133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91919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@VITISH2025 Idea submission- Template</a:t>
            </a:r>
          </a:p>
        </p:txBody>
      </p:sp>
      <p:pic>
        <p:nvPicPr>
          <p:cNvPr id="5" name="Picture 4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3544D240-3B79-582A-69E5-D7FABF7A75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6193" y="191544"/>
            <a:ext cx="1667243" cy="887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F01E43-5608-1275-9721-1EAA4F194B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7674" y="80509"/>
            <a:ext cx="1771714" cy="977211"/>
          </a:xfrm>
          <a:prstGeom prst="rect">
            <a:avLst/>
          </a:prstGeom>
        </p:spPr>
      </p:pic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42D472F2-4FE2-B891-2837-CA87C6B4DE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9244" b="19926"/>
          <a:stretch>
            <a:fillRect/>
          </a:stretch>
        </p:blipFill>
        <p:spPr>
          <a:xfrm>
            <a:off x="120632" y="200014"/>
            <a:ext cx="2151063" cy="7477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6F611F-6CD3-F3B3-5877-7EDF622754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6027" y="240427"/>
            <a:ext cx="1638300" cy="762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683651-36C2-D736-67AC-B89061F67B9E}"/>
              </a:ext>
            </a:extLst>
          </p:cNvPr>
          <p:cNvSpPr txBox="1"/>
          <p:nvPr/>
        </p:nvSpPr>
        <p:spPr>
          <a:xfrm>
            <a:off x="312489" y="1794965"/>
            <a:ext cx="8839899" cy="38472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b="1">
                <a:latin typeface="Calibri"/>
                <a:ea typeface="ＭＳ Ｐゴシック"/>
                <a:cs typeface="Calibri"/>
              </a:rPr>
              <a:t>Hardware: </a:t>
            </a:r>
            <a:endParaRPr lang="en-IN" sz="1000">
              <a:latin typeface="Calibri"/>
              <a:ea typeface="ＭＳ Ｐゴシック"/>
              <a:cs typeface="Calibri"/>
            </a:endParaRPr>
          </a:p>
          <a:p>
            <a:pPr>
              <a:buNone/>
            </a:pPr>
            <a:r>
              <a:rPr lang="en-IN" sz="1000" b="1">
                <a:latin typeface="Calibri"/>
                <a:ea typeface="ＭＳ Ｐゴシック"/>
                <a:cs typeface="Calibri"/>
              </a:rPr>
              <a:t>https://docs.google.com/spreadsheets/d/1F6OGOesjAs7q4XyuNf6iJS6DM2Ykt9MaWld0UDiYUrY/edit?usp=sharing</a:t>
            </a:r>
            <a:endParaRPr lang="en-IN" sz="1000">
              <a:latin typeface="Calibri"/>
              <a:ea typeface="ＭＳ Ｐゴシック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>
                <a:latin typeface="Calibri"/>
                <a:ea typeface="ＭＳ Ｐゴシック"/>
                <a:cs typeface="Calibri"/>
              </a:rPr>
              <a:t>Flight Computer: STM32H743VIH6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>
                <a:latin typeface="Calibri"/>
                <a:ea typeface="ＭＳ Ｐゴシック"/>
                <a:cs typeface="Calibri"/>
              </a:rPr>
              <a:t>Companion Computer: </a:t>
            </a:r>
            <a:r>
              <a:rPr lang="en-IN" err="1">
                <a:latin typeface="Calibri"/>
                <a:ea typeface="ＭＳ Ｐゴシック"/>
                <a:cs typeface="Calibri"/>
              </a:rPr>
              <a:t>RasperryPi</a:t>
            </a:r>
            <a:endParaRPr lang="en-IN">
              <a:latin typeface="Calibri"/>
              <a:ea typeface="ＭＳ Ｐゴシック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>
                <a:latin typeface="Calibri"/>
                <a:ea typeface="ＭＳ Ｐゴシック"/>
                <a:cs typeface="Calibri"/>
              </a:rPr>
              <a:t>Tilting rotor mechanism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>
                <a:latin typeface="Calibri"/>
                <a:ea typeface="ＭＳ Ｐゴシック"/>
                <a:cs typeface="Calibri"/>
              </a:rPr>
              <a:t>Sensors: GPS, LIDAR/Ultrasonic, </a:t>
            </a:r>
            <a:r>
              <a:rPr lang="en-IN" err="1">
                <a:latin typeface="Calibri"/>
                <a:ea typeface="ＭＳ Ｐゴシック"/>
                <a:cs typeface="Calibri"/>
              </a:rPr>
              <a:t>IntelRealSense</a:t>
            </a:r>
            <a:r>
              <a:rPr lang="en-IN">
                <a:latin typeface="Calibri"/>
                <a:ea typeface="ＭＳ Ｐゴシック"/>
                <a:cs typeface="Calibri"/>
              </a:rPr>
              <a:t> Camera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>
                <a:latin typeface="Calibri"/>
                <a:ea typeface="ＭＳ Ｐゴシック"/>
                <a:cs typeface="Calibri"/>
              </a:rPr>
              <a:t>Medical payload module (compact container)</a:t>
            </a:r>
          </a:p>
          <a:p>
            <a:endParaRPr lang="en-IN">
              <a:latin typeface="Calibri"/>
              <a:ea typeface="ＭＳ Ｐゴシック"/>
              <a:cs typeface="Calibri"/>
            </a:endParaRPr>
          </a:p>
          <a:p>
            <a:pPr>
              <a:buNone/>
            </a:pPr>
            <a:r>
              <a:rPr lang="en-IN" b="1">
                <a:latin typeface="Calibri"/>
                <a:ea typeface="ＭＳ Ｐゴシック"/>
                <a:cs typeface="Calibri"/>
              </a:rPr>
              <a:t>Software / AI:</a:t>
            </a:r>
            <a:endParaRPr lang="en-IN">
              <a:latin typeface="Calibri"/>
              <a:ea typeface="ＭＳ Ｐゴシック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>
                <a:latin typeface="Calibri"/>
                <a:ea typeface="ＭＳ Ｐゴシック"/>
                <a:cs typeface="Calibri"/>
              </a:rPr>
              <a:t>Programming: </a:t>
            </a:r>
            <a:r>
              <a:rPr lang="en-IN" b="1">
                <a:latin typeface="Calibri"/>
                <a:ea typeface="ＭＳ Ｐゴシック"/>
                <a:cs typeface="Calibri"/>
              </a:rPr>
              <a:t>Python, C++, React Native for App</a:t>
            </a:r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>
                <a:latin typeface="Calibri"/>
                <a:ea typeface="ＭＳ Ｐゴシック"/>
                <a:cs typeface="Calibri"/>
              </a:rPr>
              <a:t>Flight control: </a:t>
            </a:r>
            <a:r>
              <a:rPr lang="en-IN" b="1">
                <a:latin typeface="Calibri"/>
                <a:ea typeface="ＭＳ Ｐゴシック"/>
                <a:cs typeface="Calibri"/>
              </a:rPr>
              <a:t>Pixhawk 6c</a:t>
            </a:r>
            <a:endParaRPr lang="en-IN" b="1"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>
                <a:latin typeface="Calibri"/>
                <a:ea typeface="ＭＳ Ｐゴシック"/>
                <a:cs typeface="Calibri"/>
              </a:rPr>
              <a:t>Simulation: </a:t>
            </a:r>
            <a:r>
              <a:rPr lang="en-IN" b="1">
                <a:latin typeface="Calibri"/>
                <a:ea typeface="ＭＳ Ｐゴシック"/>
                <a:cs typeface="Calibri"/>
              </a:rPr>
              <a:t>Gazebo, MATLAB/Simulink</a:t>
            </a:r>
            <a:endParaRPr lang="en-IN">
              <a:latin typeface="Calibri"/>
              <a:ea typeface="ＭＳ Ｐゴシック"/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>
                <a:latin typeface="Calibri"/>
                <a:ea typeface="ＭＳ Ｐゴシック"/>
                <a:cs typeface="Calibri"/>
              </a:rPr>
              <a:t>AI navigation:</a:t>
            </a:r>
            <a:r>
              <a:rPr lang="en-IN" b="1">
                <a:latin typeface="Calibri"/>
                <a:ea typeface="ＭＳ Ｐゴシック"/>
                <a:cs typeface="Calibri"/>
              </a:rPr>
              <a:t> </a:t>
            </a:r>
            <a:r>
              <a:rPr lang="en-IN" b="1" err="1">
                <a:latin typeface="Calibri"/>
                <a:ea typeface="ＭＳ Ｐゴシック"/>
                <a:cs typeface="Calibri"/>
              </a:rPr>
              <a:t>OpenCV</a:t>
            </a:r>
            <a:r>
              <a:rPr lang="en-IN" b="1">
                <a:latin typeface="Calibri"/>
                <a:ea typeface="ＭＳ Ｐゴシック"/>
                <a:cs typeface="Calibri"/>
              </a:rPr>
              <a:t>, </a:t>
            </a:r>
            <a:r>
              <a:rPr lang="en-IN" b="1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Distance estimation is done by combining YOLOv8 with depth data from </a:t>
            </a:r>
            <a:r>
              <a:rPr lang="en-IN" b="1" err="1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IntelRealSense</a:t>
            </a:r>
            <a:r>
              <a:rPr lang="en-IN" b="1">
                <a:solidFill>
                  <a:srgbClr val="000000"/>
                </a:solidFill>
                <a:latin typeface="Calibri"/>
                <a:ea typeface="ＭＳ Ｐゴシック"/>
                <a:cs typeface="Calibri"/>
              </a:rPr>
              <a:t> to get accurate 3D positions of detected objects</a:t>
            </a:r>
            <a:endParaRPr lang="en-IN" sz="1100">
              <a:solidFill>
                <a:srgbClr val="666666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8" name="Picture 17" descr="A blue background with a drone and text&#10;&#10;AI-generated content may be incorrect.">
            <a:extLst>
              <a:ext uri="{FF2B5EF4-FFF2-40B4-BE49-F238E27FC236}">
                <a16:creationId xmlns:a16="http://schemas.microsoft.com/office/drawing/2014/main" id="{E476591A-0C77-1798-46FA-26FC6F7A62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73435" y="5626835"/>
            <a:ext cx="673310" cy="673310"/>
          </a:xfrm>
          <a:prstGeom prst="rect">
            <a:avLst/>
          </a:prstGeom>
        </p:spPr>
      </p:pic>
      <p:pic>
        <p:nvPicPr>
          <p:cNvPr id="11" name="Tilt mech ">
            <a:hlinkClick r:id="" action="ppaction://media"/>
            <a:extLst>
              <a:ext uri="{FF2B5EF4-FFF2-40B4-BE49-F238E27FC236}">
                <a16:creationId xmlns:a16="http://schemas.microsoft.com/office/drawing/2014/main" id="{54C5270F-2D7E-81FC-2473-02E11E1F73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050034" y="1757651"/>
            <a:ext cx="1893401" cy="3107316"/>
          </a:xfrm>
          <a:prstGeom prst="rect">
            <a:avLst/>
          </a:prstGeom>
        </p:spPr>
      </p:pic>
      <p:pic>
        <p:nvPicPr>
          <p:cNvPr id="2" name="Picture 1" descr="A diagram of a device&#10;&#10;AI-generated content may be incorrect.">
            <a:extLst>
              <a:ext uri="{FF2B5EF4-FFF2-40B4-BE49-F238E27FC236}">
                <a16:creationId xmlns:a16="http://schemas.microsoft.com/office/drawing/2014/main" id="{2B2DE1FC-5DBB-41AB-6D9B-58A49E7471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77533" y="2010578"/>
            <a:ext cx="2909923" cy="26073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8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390498" y="399364"/>
            <a:ext cx="5021544" cy="529375"/>
          </a:xfrm>
        </p:spPr>
        <p:txBody>
          <a:bodyPr/>
          <a:lstStyle/>
          <a:p>
            <a:pPr eaLnBrk="1" hangingPunct="1"/>
            <a:r>
              <a:rPr lang="en-US" sz="28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@VITISH2025 Idea submission- Template</a:t>
            </a:r>
          </a:p>
        </p:txBody>
      </p:sp>
      <p:pic>
        <p:nvPicPr>
          <p:cNvPr id="5" name="Picture 4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8D51E86A-9A46-422C-F201-2FB61A9A0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6193" y="191544"/>
            <a:ext cx="1667243" cy="887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D20673-BADC-DDF8-2897-B8F88DA4F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674" y="80509"/>
            <a:ext cx="1771714" cy="977211"/>
          </a:xfrm>
          <a:prstGeom prst="rect">
            <a:avLst/>
          </a:prstGeom>
        </p:spPr>
      </p:pic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9FABE9C1-5C11-4F18-5A09-0C5FF5884D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244" b="19926"/>
          <a:stretch>
            <a:fillRect/>
          </a:stretch>
        </p:blipFill>
        <p:spPr>
          <a:xfrm>
            <a:off x="120632" y="200014"/>
            <a:ext cx="2151063" cy="7477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33C6C4-10B9-0309-2AEA-2BD8C7711D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6027" y="240427"/>
            <a:ext cx="1638300" cy="762000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6E3CEBD-09AA-B489-09F4-88A582FB89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2953594"/>
              </p:ext>
            </p:extLst>
          </p:nvPr>
        </p:nvGraphicFramePr>
        <p:xfrm>
          <a:off x="3390498" y="3632257"/>
          <a:ext cx="4260600" cy="26126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DD6C730D-011A-6685-63FD-117D3D9DB2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965373"/>
              </p:ext>
            </p:extLst>
          </p:nvPr>
        </p:nvGraphicFramePr>
        <p:xfrm>
          <a:off x="6930339" y="3632257"/>
          <a:ext cx="4260599" cy="26126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pic>
        <p:nvPicPr>
          <p:cNvPr id="15" name="Picture 14" descr="A blue background with a drone and text&#10;&#10;AI-generated content may be incorrect.">
            <a:extLst>
              <a:ext uri="{FF2B5EF4-FFF2-40B4-BE49-F238E27FC236}">
                <a16:creationId xmlns:a16="http://schemas.microsoft.com/office/drawing/2014/main" id="{92DD4275-7ADF-23EF-67CD-3D078901F83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56095" y="5288567"/>
            <a:ext cx="887341" cy="8873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58B336-9B2D-FC6E-8884-DA14DFD71B93}"/>
              </a:ext>
            </a:extLst>
          </p:cNvPr>
          <p:cNvSpPr txBox="1"/>
          <p:nvPr/>
        </p:nvSpPr>
        <p:spPr>
          <a:xfrm>
            <a:off x="4135773" y="3018076"/>
            <a:ext cx="2905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Berlin Sans FB" panose="020E0602020502020306" pitchFamily="34" charset="0"/>
              </a:rPr>
              <a:t>Potential Challenges </a:t>
            </a:r>
            <a:endParaRPr lang="en-IN" sz="2400">
              <a:latin typeface="Berlin Sans FB" panose="020E0602020502020306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D1A5EA-9C65-5C67-D40B-FBA9F4A2AA2A}"/>
              </a:ext>
            </a:extLst>
          </p:cNvPr>
          <p:cNvSpPr txBox="1"/>
          <p:nvPr/>
        </p:nvSpPr>
        <p:spPr>
          <a:xfrm>
            <a:off x="7852200" y="2982382"/>
            <a:ext cx="3007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Berlin Sans FB" panose="020E0602020502020306" pitchFamily="34" charset="0"/>
              </a:rPr>
              <a:t>Mitigation Strategy</a:t>
            </a:r>
            <a:endParaRPr lang="en-IN" sz="2400">
              <a:latin typeface="Berlin Sans FB" panose="020E0602020502020306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7F93350-2F3D-493E-5D98-97A0F7773FE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7016" y="3018076"/>
            <a:ext cx="3225743" cy="32257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44A15A5-C43D-16E9-A862-0EA5235ACD8B}"/>
              </a:ext>
            </a:extLst>
          </p:cNvPr>
          <p:cNvSpPr txBox="1"/>
          <p:nvPr/>
        </p:nvSpPr>
        <p:spPr>
          <a:xfrm>
            <a:off x="209724" y="1233182"/>
            <a:ext cx="89678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Feasibility Analysis: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Technical: 7(+0.5)Kg possible with 4 motors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Economic: Prototype Cost ~₹1.5 lakh, scalable and cost-efficient in bulk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Operational: Quick deployment from relief trucks/camps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Regulatory: Govt. support ensures compliance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8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5" name="Picture 4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E8869D27-A9C4-6AF2-1BB0-1F9F2ADA7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6193" y="191544"/>
            <a:ext cx="1667243" cy="887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718A8F-C089-26D7-3D14-00752529C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674" y="80509"/>
            <a:ext cx="1771714" cy="977211"/>
          </a:xfrm>
          <a:prstGeom prst="rect">
            <a:avLst/>
          </a:prstGeom>
        </p:spPr>
      </p:pic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70E9A1CF-828E-7509-CB49-47AA8A5746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244" b="19926"/>
          <a:stretch>
            <a:fillRect/>
          </a:stretch>
        </p:blipFill>
        <p:spPr>
          <a:xfrm>
            <a:off x="120632" y="200014"/>
            <a:ext cx="2151063" cy="7477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E0C676-6D26-82DB-2362-5EA374047F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6027" y="240427"/>
            <a:ext cx="1638300" cy="762000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64AA2ACB-EC27-DD5F-C12A-34E873EDDA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6240097"/>
              </p:ext>
            </p:extLst>
          </p:nvPr>
        </p:nvGraphicFramePr>
        <p:xfrm>
          <a:off x="-68833" y="2116559"/>
          <a:ext cx="5969091" cy="2893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3" name="Picture 12" descr="A blue background with a drone and text&#10;&#10;AI-generated content may be incorrect.">
            <a:extLst>
              <a:ext uri="{FF2B5EF4-FFF2-40B4-BE49-F238E27FC236}">
                <a16:creationId xmlns:a16="http://schemas.microsoft.com/office/drawing/2014/main" id="{CC47129F-8547-625A-1572-EEF80028FD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04658" y="5488586"/>
            <a:ext cx="887341" cy="8873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E8F89E4-083D-4C08-CE93-1CCDBDCB7BE8}"/>
              </a:ext>
            </a:extLst>
          </p:cNvPr>
          <p:cNvSpPr txBox="1"/>
          <p:nvPr/>
        </p:nvSpPr>
        <p:spPr>
          <a:xfrm>
            <a:off x="120632" y="1615652"/>
            <a:ext cx="636057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Bodoni MT" panose="02070603080606020203" pitchFamily="18" charset="0"/>
              </a:rPr>
              <a:t>Potential Impact on Target Audience</a:t>
            </a:r>
            <a:endParaRPr lang="en-IN" sz="2000">
              <a:latin typeface="Bodoni MT" panose="02070603080606020203" pitchFamily="18" charset="0"/>
            </a:endParaRPr>
          </a:p>
          <a:p>
            <a:endParaRPr lang="en-IN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D217C285-5C96-E121-769B-AE808CD8EE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7972002"/>
              </p:ext>
            </p:extLst>
          </p:nvPr>
        </p:nvGraphicFramePr>
        <p:xfrm>
          <a:off x="5904478" y="1294132"/>
          <a:ext cx="5400179" cy="48030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75060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5" name="Picture 4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D2C115FC-213A-7469-835C-4E7592EE8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6193" y="191544"/>
            <a:ext cx="1667243" cy="8873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0EEA49-703D-A18B-C0C8-FCE210095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674" y="80509"/>
            <a:ext cx="1771714" cy="977211"/>
          </a:xfrm>
          <a:prstGeom prst="rect">
            <a:avLst/>
          </a:prstGeom>
        </p:spPr>
      </p:pic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ADFA72FC-61C6-B4FD-FC8A-C811589788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244" b="19926"/>
          <a:stretch>
            <a:fillRect/>
          </a:stretch>
        </p:blipFill>
        <p:spPr>
          <a:xfrm>
            <a:off x="120632" y="200014"/>
            <a:ext cx="2151063" cy="7477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36058F-071C-5288-7DF2-2C091E72E8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6027" y="240427"/>
            <a:ext cx="1638300" cy="762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B689A5-6BBD-2A8A-8887-55E61663D4ED}"/>
              </a:ext>
            </a:extLst>
          </p:cNvPr>
          <p:cNvSpPr txBox="1"/>
          <p:nvPr/>
        </p:nvSpPr>
        <p:spPr>
          <a:xfrm>
            <a:off x="763800" y="1668394"/>
            <a:ext cx="10502615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None/>
            </a:pPr>
            <a:r>
              <a:rPr lang="en-IN" b="1"/>
              <a:t>Key References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Disaster Relief Drones – Case Studies</a:t>
            </a:r>
            <a:endParaRPr lang="en-I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/>
              <a:t>UNICEF &amp; WHO reports on UAVs for medical supply delivery.</a:t>
            </a:r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Hybrid VTOL Drone Research</a:t>
            </a:r>
            <a:endParaRPr lang="en-I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/>
              <a:t>IEEE Xplore papers on VTOL efficiency &amp; hybrid propulsion.</a:t>
            </a:r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Navigation &amp; AI in Drones</a:t>
            </a:r>
            <a:endParaRPr lang="en-I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/>
              <a:t>MIT research on AI-based obstacle avoidance.</a:t>
            </a:r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 b="1"/>
              <a:t>Power &amp; Control Systems</a:t>
            </a:r>
            <a:endParaRPr lang="en-I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i="1"/>
              <a:t>Electronics tutorials (Arduino, sensors, motor drivers) + </a:t>
            </a:r>
            <a:r>
              <a:rPr lang="en-IN" i="1" err="1"/>
              <a:t>LTSpice</a:t>
            </a:r>
            <a:r>
              <a:rPr lang="en-IN" i="1"/>
              <a:t> simulations.</a:t>
            </a:r>
            <a:endParaRPr lang="en-IN"/>
          </a:p>
          <a:p>
            <a:pPr>
              <a:buNone/>
            </a:pPr>
            <a:br>
              <a:rPr lang="en-IN"/>
            </a:br>
            <a:r>
              <a:rPr lang="en-IN" b="1">
                <a:latin typeface="Calibri"/>
                <a:ea typeface="ＭＳ Ｐゴシック"/>
                <a:cs typeface="Calibri"/>
              </a:rPr>
              <a:t>Links / Resources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>
                <a:hlinkClick r:id="rId7"/>
              </a:rPr>
              <a:t>WHO – Drones for Health Delivery</a:t>
            </a:r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 b="1">
                <a:latin typeface="Calibri"/>
                <a:ea typeface="ＭＳ Ｐゴシック"/>
                <a:cs typeface="Calibri"/>
              </a:rPr>
              <a:t>https://www.zipline.com/</a:t>
            </a:r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/>
              <a:t>IEEE Xplore – UAV &amp; VTOL Papers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>
                <a:hlinkClick r:id="rId8"/>
              </a:rPr>
              <a:t>NASA – UAV Navigation Research</a:t>
            </a:r>
            <a:endParaRPr lang="en-IN"/>
          </a:p>
          <a:p>
            <a:pPr>
              <a:buFont typeface="Arial" panose="020B0604020202020204" pitchFamily="34" charset="0"/>
              <a:buChar char="•"/>
            </a:pPr>
            <a:r>
              <a:rPr lang="en-IN" err="1"/>
              <a:t>KiCAD</a:t>
            </a:r>
            <a:r>
              <a:rPr lang="en-IN"/>
              <a:t> Circuits &amp; </a:t>
            </a:r>
            <a:r>
              <a:rPr lang="en-IN" err="1"/>
              <a:t>LTSpice</a:t>
            </a:r>
            <a:r>
              <a:rPr lang="en-IN"/>
              <a:t> Simulations</a:t>
            </a:r>
          </a:p>
        </p:txBody>
      </p:sp>
      <p:pic>
        <p:nvPicPr>
          <p:cNvPr id="13" name="Picture 12" descr="A blue background with a drone and text&#10;&#10;AI-generated content may be incorrect.">
            <a:extLst>
              <a:ext uri="{FF2B5EF4-FFF2-40B4-BE49-F238E27FC236}">
                <a16:creationId xmlns:a16="http://schemas.microsoft.com/office/drawing/2014/main" id="{3F8417E2-9B2A-2089-9483-E00370F922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11982" y="5444454"/>
            <a:ext cx="731453" cy="73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Microsoft Office PowerPoint</Application>
  <PresentationFormat>Widescreen</PresentationFormat>
  <Paragraphs>90</Paragraphs>
  <Slides>6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Berlin Sans FB</vt:lpstr>
      <vt:lpstr>Bodoni MT</vt:lpstr>
      <vt:lpstr>Calibri</vt:lpstr>
      <vt:lpstr>Garamond</vt:lpstr>
      <vt:lpstr>Roboto</vt:lpstr>
      <vt:lpstr>Times New Roman</vt:lpstr>
      <vt:lpstr>TradeGothic</vt:lpstr>
      <vt:lpstr>Office Theme</vt:lpstr>
      <vt:lpstr>VITISH 2025 (SIH Internal Hackathon)</vt:lpstr>
      <vt:lpstr> PROJECT NIMBUS</vt:lpstr>
      <vt:lpstr>TECHNICAL APPROACH</vt:lpstr>
      <vt:lpstr>FEASIBILITY AND VIABILITY</vt:lpstr>
      <vt:lpstr>PowerPoint Presentation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Kailash Amarnath</cp:lastModifiedBy>
  <cp:revision>1</cp:revision>
  <dcterms:created xsi:type="dcterms:W3CDTF">2013-12-12T18:46:50Z</dcterms:created>
  <dcterms:modified xsi:type="dcterms:W3CDTF">2025-09-24T11:22:29Z</dcterms:modified>
  <cp:category/>
</cp:coreProperties>
</file>